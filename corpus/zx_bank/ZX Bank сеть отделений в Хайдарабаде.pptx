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Bank: сеть отделений в Хайдарабаде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располагает надёжной и стратегически продуманной сетью отделений по всему Хайдарабаду, которая обслуживает разнообразное и растущее население города. Благодаря удобному расположению отделений в Северном, Южном, Восточном, Западном и Центральном Хайдарабаде клиенты могут получить полный спектр банковских услуг рядом с домом или работой. Каждое отделение оснащено для удовлетворения потребностей в розничных, бизнес- и цифровых банковских услугах, что подтверждает стремление ZX Bank обеспечить доступность услуг для клиентов и финансовую доступность в этом крупном городском центре.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Северном Хайдарабаде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/>
                <a:gridCol w="939800"/>
                <a:gridCol w="1066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Кукатпалли-Мейн-роуд, Кукатпалли, 500072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Амирпет-Кросс-роуд, Амирпет, 500016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Компалли-Стейшн-роуд, Компалли, 500100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район Боуэнпалли-Маркет, 500011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промышленная зона Джидиметла, 500055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Сучитра-Кросс-роудс, Сучитра, 500067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040-45671206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Южном Хайдарабаде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/>
                <a:gridCol w="939800"/>
                <a:gridCol w="1066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Чарминар-Сёркл, Чарминар, 500002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Фалакнума-роуд, Фалакнума, 500053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Сантош-Нагар-Мейн-роуд, 500059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LB-Нагар-Чаураста, 500074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Чандраянгутта-Джанкшн, 500005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040-45671215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Восточном Хайдарабаде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/>
                <a:gridCol w="939800"/>
                <a:gridCol w="1066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Уппал-Мейн-роуд, Уппал, 500039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Хабсигуда-Кросс-роудс, Хабсигуда, 500007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промышленная зона Начарам, 500076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Рамантхапур-Мейн-роуд, Рамантхапур, 500013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Пирзадигуда-Сёркл, Пирзадигуда, 500039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Бодуппал-Депо-роуд, Бодуппал, 500092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Западном Хайдарабаде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/>
                <a:gridCol w="939800"/>
                <a:gridCol w="1066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Финансовый район Гачибоули, 500032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Мадхапур Кавури-Хиллс, 500081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040-45671232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Мияпур-Мейн-роуд, Мияпур, 500049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Кондапур Ботаникал-Гарденс-роуд, 500084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040-45671234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Бхарат-Нагар, Мусапет, 500018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040-45671235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Чанда-Нагар, Серилингампалли, 500050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040-45671236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Центральном Хайдарабаде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/>
                <a:gridCol w="939800"/>
                <a:gridCol w="1066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Банджара-Хиллс-роуд № 1, 500034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040-45671241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Бегумпет Сардар-Патель-роуд, 500016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Абидс-Мейн-роуд, Абидс, 500001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040-45671243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Химаят-Нагар-Мейн-стрит, 500029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040-45671244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Сомаджигуда-Сёркл, Сомаджигуда, 500082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Нампалли-Стейшн-роуд, Нампалли, 500001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040-45671246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Баширбагх-Кросс-роудс, Баширбагх, 500029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040-45671247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2026-09-27T11:01:00Z</dcterms:created>
  <dcterms:modified xsi:type="dcterms:W3CDTF">2026-09-27T11:01:00Z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