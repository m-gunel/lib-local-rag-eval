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Bank: банкоматы в известных ресторанах (крупные города Индии)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Ниже приведён список банкоматов ZX Bank, удобно расположенных в популярных многолюдных ресторанах или рядом с ними в каждом крупном городе. Этот список пригодится путешественникам, гурманам и горожанам, которые любят поесть вне дома и которым нужен быстрый доступ к банковским услугам и снятию наличных. Для каждой точки указаны название ресторана и полный адрес. (Примечание: адреса приведены в качестве примера для демонстрации.)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Мумбаи — Махараштра</a:t>
            </a:r>
          </a:p>
          <a:p>
            <a:pPr lvl="0" indent="-342900" marL="342900">
              <a:buAutoNum type="arabicPeriod"/>
            </a:pPr>
            <a:r>
              <a:rPr b="1"/>
              <a:t>Leopold Cafe</a:t>
            </a:r>
            <a:br/>
            <a:r>
              <a:rPr/>
              <a:t>Колаба-Козуэй, Колаба, Мумбаи, Махараштра 400039</a:t>
            </a:r>
          </a:p>
          <a:p>
            <a:pPr lvl="0" indent="-342900" marL="342900">
              <a:buAutoNum type="arabicPeriod"/>
            </a:pPr>
            <a:r>
              <a:rPr b="1"/>
              <a:t>Trishna</a:t>
            </a:r>
            <a:br/>
            <a:r>
              <a:rPr/>
              <a:t>7, Саи-Баба-марг, Кала-Гхода, Форт, Мумбаи, Махараштра 400001</a:t>
            </a:r>
          </a:p>
          <a:p>
            <a:pPr lvl="0" indent="-342900" marL="342900">
              <a:buAutoNum type="arabicPeriod"/>
            </a:pPr>
            <a:r>
              <a:rPr b="1"/>
              <a:t>The Bombay Canteen</a:t>
            </a:r>
            <a:br/>
            <a:r>
              <a:rPr/>
              <a:t>Kamala Mills, Лоуэр-Парел, Мумбаи, Махараштра 400013</a:t>
            </a:r>
          </a:p>
          <a:p>
            <a:pPr lvl="0" indent="-342900" marL="342900">
              <a:buAutoNum type="arabicPeriod"/>
            </a:pPr>
            <a:r>
              <a:rPr b="1"/>
              <a:t>Bademiya</a:t>
            </a:r>
            <a:br/>
            <a:r>
              <a:rPr/>
              <a:t>Таллох-роуд, Аполло-Бандар, Колаба, Мумбаи, Махараштра 400039</a:t>
            </a:r>
          </a:p>
          <a:p>
            <a:pPr lvl="0" indent="-342900" marL="342900">
              <a:buAutoNum type="arabicPeriod"/>
            </a:pPr>
            <a:r>
              <a:rPr b="1"/>
              <a:t>Britannia &amp; Co. Restaurant</a:t>
            </a:r>
            <a:br/>
            <a:r>
              <a:rPr/>
              <a:t>16, Wakefield House, Баллард-Эстейт, Форт, Мумбаи, Махараштра 400001</a:t>
            </a:r>
          </a:p>
          <a:p>
            <a:pPr lvl="0" indent="-342900" marL="342900">
              <a:buAutoNum type="arabicPeriod"/>
            </a:pPr>
            <a:r>
              <a:rPr b="1"/>
              <a:t>Cafe Mondegar</a:t>
            </a:r>
            <a:br/>
            <a:r>
              <a:rPr/>
              <a:t>5A, Metro House, Колаба-Козуэй, Мумбаи, Махараштра 400039</a:t>
            </a:r>
          </a:p>
          <a:p>
            <a:pPr lvl="0" indent="-342900" marL="342900">
              <a:buAutoNum type="arabicPeriod"/>
            </a:pPr>
            <a:r>
              <a:rPr b="1"/>
              <a:t>Haji Ali Juice Centre</a:t>
            </a:r>
            <a:br/>
            <a:r>
              <a:rPr/>
              <a:t>Лала-Ладжпат-Рай-роуд, Хаджи-Али, Мумбаи, Махараштра 400026</a:t>
            </a:r>
          </a:p>
          <a:p>
            <a:pPr lvl="0" indent="-342900" marL="342900">
              <a:buAutoNum type="arabicPeriod"/>
            </a:pPr>
            <a:r>
              <a:rPr b="1"/>
              <a:t>Pizza By The Bay</a:t>
            </a:r>
            <a:br/>
            <a:r>
              <a:rPr/>
              <a:t>143, Марин-драйв, Черчгейт, Мумбаи, Махараштра 400020</a:t>
            </a:r>
          </a:p>
          <a:p>
            <a:pPr lvl="0" indent="-342900" marL="342900">
              <a:buAutoNum type="arabicPeriod"/>
            </a:pPr>
            <a:r>
              <a:rPr b="1"/>
              <a:t>Mahesh Lunch Home</a:t>
            </a:r>
            <a:br/>
            <a:r>
              <a:rPr/>
              <a:t>Напротив Paradise Cinema, Форт, Мумбаи, Махараштра 400001</a:t>
            </a:r>
          </a:p>
          <a:p>
            <a:pPr lvl="0" indent="-342900" marL="342900">
              <a:buAutoNum type="arabicPeriod"/>
            </a:pPr>
            <a:r>
              <a:rPr b="1"/>
              <a:t>Global Fusion</a:t>
            </a:r>
            <a:br/>
            <a:r>
              <a:rPr/>
              <a:t>3-й этаж, Link Square Mall, Бандра (запад), Мумбаи, Махараштра 400050</a:t>
            </a:r>
          </a:p>
          <a:p>
            <a:pPr lvl="0" indent="-342900" marL="342900">
              <a:buAutoNum type="arabicPeriod"/>
            </a:pPr>
            <a:r>
              <a:rPr b="1"/>
              <a:t>Gajalee</a:t>
            </a:r>
            <a:br/>
            <a:r>
              <a:rPr/>
              <a:t>Хануман-роуд, Виле-Парле (восток), Мумбаи, Махараштра 400057</a:t>
            </a:r>
          </a:p>
          <a:p>
            <a:pPr lvl="0" indent="-342900" marL="342900">
              <a:buAutoNum type="arabicPeriod"/>
            </a:pPr>
            <a:r>
              <a:rPr b="1"/>
              <a:t>Status Restaurant</a:t>
            </a:r>
            <a:br/>
            <a:r>
              <a:rPr/>
              <a:t>Нариман-Пойнт, Мумбаи, Махараштра 400021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Дели — Национальный столичный округ</a:t>
            </a:r>
          </a:p>
          <a:p>
            <a:pPr lvl="0" indent="-342900" marL="342900">
              <a:buAutoNum type="arabicPeriod"/>
            </a:pPr>
            <a:r>
              <a:rPr b="1"/>
              <a:t>Karim’s</a:t>
            </a:r>
            <a:br/>
            <a:r>
              <a:rPr/>
              <a:t>16, Джама-Масджид, Чандни-Чоук, Дели 110006</a:t>
            </a:r>
          </a:p>
          <a:p>
            <a:pPr lvl="0" indent="-342900" marL="342900">
              <a:buAutoNum type="arabicPeriod"/>
            </a:pPr>
            <a:r>
              <a:rPr b="1"/>
              <a:t>Bukhara</a:t>
            </a:r>
            <a:br/>
            <a:r>
              <a:rPr/>
              <a:t>ITC Maurya, Сардар-Патель-марг, Дели 110021</a:t>
            </a:r>
          </a:p>
          <a:p>
            <a:pPr lvl="0" indent="-342900" marL="342900">
              <a:buAutoNum type="arabicPeriod"/>
            </a:pPr>
            <a:r>
              <a:rPr b="1"/>
              <a:t>Indian Accent</a:t>
            </a:r>
            <a:br/>
            <a:r>
              <a:rPr/>
              <a:t>The Lodhi, Лодхи-роуд, Нью-Дели 110003</a:t>
            </a:r>
          </a:p>
          <a:p>
            <a:pPr lvl="0" indent="-342900" marL="342900">
              <a:buAutoNum type="arabicPeriod"/>
            </a:pPr>
            <a:r>
              <a:rPr b="1"/>
              <a:t>Saravana Bhavan</a:t>
            </a:r>
            <a:br/>
            <a:r>
              <a:rPr/>
              <a:t>50, Джанпатх-роуд, Коннот-Плейс, Нью-Дели 110001</a:t>
            </a:r>
          </a:p>
          <a:p>
            <a:pPr lvl="0" indent="-342900" marL="342900">
              <a:buAutoNum type="arabicPeriod"/>
            </a:pPr>
            <a:r>
              <a:rPr b="1"/>
              <a:t>Parikrama – The Revolving Restaurant</a:t>
            </a:r>
            <a:br/>
            <a:r>
              <a:rPr/>
              <a:t>22, Коннот-Плейс, Нью-Дели 110001</a:t>
            </a:r>
          </a:p>
          <a:p>
            <a:pPr lvl="0" indent="-342900" marL="342900">
              <a:buAutoNum type="arabicPeriod"/>
            </a:pPr>
            <a:r>
              <a:rPr b="1"/>
              <a:t>Big Chill Cafe</a:t>
            </a:r>
            <a:br/>
            <a:r>
              <a:rPr/>
              <a:t>68-A, Хан-Маркет, Нью-Дели 110003</a:t>
            </a:r>
          </a:p>
          <a:p>
            <a:pPr lvl="0" indent="-342900" marL="342900">
              <a:buAutoNum type="arabicPeriod"/>
            </a:pPr>
            <a:r>
              <a:rPr b="1"/>
              <a:t>Gulati Restaurant</a:t>
            </a:r>
            <a:br/>
            <a:r>
              <a:rPr/>
              <a:t>6, Пандара-роуд-Маркет, Нью-Дели 110003</a:t>
            </a:r>
          </a:p>
          <a:p>
            <a:pPr lvl="0" indent="-342900" marL="342900">
              <a:buAutoNum type="arabicPeriod"/>
            </a:pPr>
            <a:r>
              <a:rPr b="1"/>
              <a:t>Moti Mahal</a:t>
            </a:r>
            <a:br/>
            <a:r>
              <a:rPr/>
              <a:t>Дарьягандж, Нью-Дели 110002</a:t>
            </a:r>
          </a:p>
          <a:p>
            <a:pPr lvl="0" indent="-342900" marL="342900">
              <a:buAutoNum type="arabicPeriod"/>
            </a:pPr>
            <a:r>
              <a:rPr b="1"/>
              <a:t>Sagar Ratna</a:t>
            </a:r>
            <a:br/>
            <a:r>
              <a:rPr/>
              <a:t>9, Дефенс-Колони-Маркет, Нью-Дели 110024</a:t>
            </a:r>
          </a:p>
          <a:p>
            <a:pPr lvl="0" indent="-342900" marL="342900">
              <a:buAutoNum type="arabicPeriod"/>
            </a:pPr>
            <a:r>
              <a:rPr b="1"/>
              <a:t>Olive Bar &amp; Kitchen</a:t>
            </a:r>
            <a:br/>
            <a:r>
              <a:rPr/>
              <a:t>6-8, Калка-Дас-марг, Мехраули, Нью-Дели 110030</a:t>
            </a:r>
          </a:p>
          <a:p>
            <a:pPr lvl="0" indent="-342900" marL="342900">
              <a:buAutoNum type="arabicPeriod"/>
            </a:pPr>
            <a:r>
              <a:rPr b="1"/>
              <a:t>Dilli Haat - INA</a:t>
            </a:r>
            <a:br/>
            <a:r>
              <a:rPr/>
              <a:t>Шри-Ауробиндо-марг, Лакшми-Баи-Нагар, Нью-Дели 110023</a:t>
            </a:r>
          </a:p>
          <a:p>
            <a:pPr lvl="0" indent="-342900" marL="342900">
              <a:buAutoNum type="arabicPeriod"/>
            </a:pPr>
            <a:r>
              <a:rPr b="1"/>
              <a:t>Punjab Grill</a:t>
            </a:r>
            <a:br/>
            <a:r>
              <a:rPr/>
              <a:t>Нижний этаж, Select Citywalk, Сакет, Нью-Дели 110017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Бангалор (Бенгалуру) — Карнатака</a:t>
            </a:r>
          </a:p>
          <a:p>
            <a:pPr lvl="0" indent="-342900" marL="342900">
              <a:buAutoNum type="arabicPeriod"/>
            </a:pPr>
            <a:r>
              <a:rPr b="1"/>
              <a:t>MTR (Mavalli Tiffin Rooms)</a:t>
            </a:r>
            <a:br/>
            <a:r>
              <a:rPr/>
              <a:t>14, Лалбагх-роуд, Бенгалуру, Карнатака 560027</a:t>
            </a:r>
          </a:p>
          <a:p>
            <a:pPr lvl="0" indent="-342900" marL="342900">
              <a:buAutoNum type="arabicPeriod"/>
            </a:pPr>
            <a:r>
              <a:rPr b="1"/>
              <a:t>Vidyarthi Bhavan</a:t>
            </a:r>
            <a:br/>
            <a:r>
              <a:rPr/>
              <a:t>32, Ганди-Базар, Бенгалуру, Карнатака 560004</a:t>
            </a:r>
          </a:p>
          <a:p>
            <a:pPr lvl="0" indent="-342900" marL="342900">
              <a:buAutoNum type="arabicPeriod"/>
            </a:pPr>
            <a:r>
              <a:rPr b="1"/>
              <a:t>Koshy’s</a:t>
            </a:r>
            <a:br/>
            <a:r>
              <a:rPr/>
              <a:t>39, Сент-Маркс-роуд, Бенгалуру, Карнатака 560001</a:t>
            </a:r>
          </a:p>
          <a:p>
            <a:pPr lvl="0" indent="-342900" marL="342900">
              <a:buAutoNum type="arabicPeriod"/>
            </a:pPr>
            <a:r>
              <a:rPr b="1"/>
              <a:t>Toit</a:t>
            </a:r>
            <a:br/>
            <a:r>
              <a:rPr/>
              <a:t>298, 100-Фит-роуд, Индиранагар, Бенгалуру, Карнатака 560038</a:t>
            </a:r>
          </a:p>
          <a:p>
            <a:pPr lvl="0" indent="-342900" marL="342900">
              <a:buAutoNum type="arabicPeriod"/>
            </a:pPr>
            <a:r>
              <a:rPr b="1"/>
              <a:t>Corner House Ice Cream</a:t>
            </a:r>
            <a:br/>
            <a:r>
              <a:rPr/>
              <a:t>92/6, Резиденси-роуд, Бенгалуру, Карнатака 560025</a:t>
            </a:r>
          </a:p>
          <a:p>
            <a:pPr lvl="0" indent="-342900" marL="342900">
              <a:buAutoNum type="arabicPeriod"/>
            </a:pPr>
            <a:r>
              <a:rPr b="1"/>
              <a:t>The Only Place</a:t>
            </a:r>
            <a:br/>
            <a:r>
              <a:rPr/>
              <a:t>13, Мьюзиум-роуд, Бенгалуру, Карнатака 560025</a:t>
            </a:r>
          </a:p>
          <a:p>
            <a:pPr lvl="0" indent="-342900" marL="342900">
              <a:buAutoNum type="arabicPeriod"/>
            </a:pPr>
            <a:r>
              <a:rPr b="1"/>
              <a:t>Truffles</a:t>
            </a:r>
            <a:br/>
            <a:r>
              <a:rPr/>
              <a:t>28, Сент-Маркс-роуд, Бенгалуру, Карнатака 560001</a:t>
            </a:r>
          </a:p>
          <a:p>
            <a:pPr lvl="0" indent="-342900" marL="342900">
              <a:buAutoNum type="arabicPeriod"/>
            </a:pPr>
            <a:r>
              <a:rPr b="1"/>
              <a:t>Shivaji Military Hotel</a:t>
            </a:r>
            <a:br/>
            <a:r>
              <a:rPr/>
              <a:t>718, Джаянагар, Бенгалуру, Карнатака 560041</a:t>
            </a:r>
          </a:p>
          <a:p>
            <a:pPr lvl="0" indent="-342900" marL="342900">
              <a:buAutoNum type="arabicPeriod"/>
            </a:pPr>
            <a:r>
              <a:rPr b="1"/>
              <a:t>Central Tiffin Room (CTR)</a:t>
            </a:r>
            <a:br/>
            <a:r>
              <a:rPr/>
              <a:t>7-й Кросс, Маргоса-роуд, Маллешварам, Бенгалуру, Карнатака 560003</a:t>
            </a:r>
          </a:p>
          <a:p>
            <a:pPr lvl="0" indent="-342900" marL="342900">
              <a:buAutoNum type="arabicPeriod"/>
            </a:pPr>
            <a:r>
              <a:rPr b="1"/>
              <a:t>Empire Restaurant</a:t>
            </a:r>
            <a:br/>
            <a:r>
              <a:rPr/>
              <a:t>Черч-стрит, Бенгалуру, Карнатака 560001</a:t>
            </a:r>
          </a:p>
          <a:p>
            <a:pPr lvl="0" indent="-342900" marL="342900">
              <a:buAutoNum type="arabicPeriod"/>
            </a:pPr>
            <a:r>
              <a:rPr b="1"/>
              <a:t>Rim Naam – The Oberoi</a:t>
            </a:r>
            <a:br/>
            <a:r>
              <a:rPr/>
              <a:t>37–39, MG-роуд, Бенгалуру, Карнатака 560001</a:t>
            </a:r>
          </a:p>
          <a:p>
            <a:pPr lvl="0" indent="-342900" marL="342900">
              <a:buAutoNum type="arabicPeriod"/>
            </a:pPr>
            <a:r>
              <a:rPr b="1"/>
              <a:t>Nagarjuna</a:t>
            </a:r>
            <a:br/>
            <a:r>
              <a:rPr/>
              <a:t>195, Резиденси-роуд, Бенгалуру, Карнатака 560025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Хайдарабад — Телангана</a:t>
            </a:r>
          </a:p>
          <a:p>
            <a:pPr lvl="0" indent="-342900" marL="342900">
              <a:buAutoNum type="arabicPeriod"/>
            </a:pPr>
            <a:r>
              <a:rPr b="1"/>
              <a:t>Paradise Biryani</a:t>
            </a:r>
            <a:br/>
            <a:r>
              <a:rPr/>
              <a:t>SD-роуд, Секундерабад, Хайдарабад, Телангана 500003</a:t>
            </a:r>
          </a:p>
          <a:p>
            <a:pPr lvl="0" indent="-342900" marL="342900">
              <a:buAutoNum type="arabicPeriod"/>
            </a:pPr>
            <a:r>
              <a:rPr b="1"/>
              <a:t>Bawarchi</a:t>
            </a:r>
            <a:br/>
            <a:r>
              <a:rPr/>
              <a:t>RTC-Кросс-роуд, Муширабад, Хайдарабад, Телангана 500020</a:t>
            </a:r>
          </a:p>
          <a:p>
            <a:pPr lvl="0" indent="-342900" marL="342900">
              <a:buAutoNum type="arabicPeriod"/>
            </a:pPr>
            <a:r>
              <a:rPr b="1"/>
              <a:t>Ohri’s Jiva Imperia</a:t>
            </a:r>
            <a:br/>
            <a:r>
              <a:rPr/>
              <a:t>6-3-249/6, Роуд № 1, Банджара-Хиллс, Хайдарабад, Телангана 500034</a:t>
            </a:r>
          </a:p>
          <a:p>
            <a:pPr lvl="0" indent="-342900" marL="342900">
              <a:buAutoNum type="arabicPeriod"/>
            </a:pPr>
            <a:r>
              <a:rPr b="1"/>
              <a:t>Chutneys</a:t>
            </a:r>
            <a:br/>
            <a:r>
              <a:rPr/>
              <a:t>241/1, Роуд № 36, Джубили-Хиллс, Хайдарабад, Телангана 500033</a:t>
            </a:r>
          </a:p>
          <a:p>
            <a:pPr lvl="0" indent="-342900" marL="342900">
              <a:buAutoNum type="arabicPeriod"/>
            </a:pPr>
            <a:r>
              <a:rPr b="1"/>
              <a:t>Shah Ghouse Cafe</a:t>
            </a:r>
            <a:br/>
            <a:r>
              <a:rPr/>
              <a:t>Напротив Bio-Diversity Park, Гачибоули, Хайдарабад, Телангана 500032</a:t>
            </a:r>
          </a:p>
          <a:p>
            <a:pPr lvl="0" indent="-342900" marL="342900">
              <a:buAutoNum type="arabicPeriod"/>
            </a:pPr>
            <a:r>
              <a:rPr b="1"/>
              <a:t>Sahib Sindh Sultan</a:t>
            </a:r>
            <a:br/>
            <a:r>
              <a:rPr/>
              <a:t>City Center Mall, Банджара-Хиллс, Хайдарабад, Телангана 500034</a:t>
            </a:r>
          </a:p>
          <a:p>
            <a:pPr lvl="0" indent="-342900" marL="342900">
              <a:buAutoNum type="arabicPeriod"/>
            </a:pPr>
            <a:r>
              <a:rPr b="1"/>
              <a:t>Cafe Bahar</a:t>
            </a:r>
            <a:br/>
            <a:r>
              <a:rPr/>
              <a:t>Башир-Багх, Хайдарабад, Телангана 500029</a:t>
            </a:r>
          </a:p>
          <a:p>
            <a:pPr lvl="0" indent="-342900" marL="342900">
              <a:buAutoNum type="arabicPeriod"/>
            </a:pPr>
            <a:r>
              <a:rPr b="1"/>
              <a:t>Dakshin – ITC Kakatiya</a:t>
            </a:r>
            <a:br/>
            <a:r>
              <a:rPr/>
              <a:t>Бегумпет, Хайдарабад, Телангана 500016</a:t>
            </a:r>
          </a:p>
          <a:p>
            <a:pPr lvl="0" indent="-342900" marL="342900">
              <a:buAutoNum type="arabicPeriod"/>
            </a:pPr>
            <a:r>
              <a:rPr b="1"/>
              <a:t>Minerva Coffee Shop</a:t>
            </a:r>
            <a:br/>
            <a:r>
              <a:rPr/>
              <a:t>Химаятнагар, Хайдарабад, Телангана 500029</a:t>
            </a:r>
          </a:p>
          <a:p>
            <a:pPr lvl="0" indent="-342900" marL="342900">
              <a:buAutoNum type="arabicPeriod"/>
            </a:pPr>
            <a:r>
              <a:rPr b="1"/>
              <a:t>United Kitchens of India</a:t>
            </a:r>
            <a:br/>
            <a:r>
              <a:rPr/>
              <a:t>Роуд № 45, Джубили-Хиллс, Хайдарабад, Телангана 500033</a:t>
            </a:r>
          </a:p>
          <a:p>
            <a:pPr lvl="0" indent="-342900" marL="342900">
              <a:buAutoNum type="arabicPeriod"/>
            </a:pPr>
            <a:r>
              <a:rPr b="1"/>
              <a:t>Rayalaseema Ruchulu</a:t>
            </a:r>
            <a:br/>
            <a:r>
              <a:rPr/>
              <a:t>Лакдикапул, Хайдарабад, Телангана 500004</a:t>
            </a:r>
          </a:p>
          <a:p>
            <a:pPr lvl="0" indent="-342900" marL="342900">
              <a:buAutoNum type="arabicPeriod"/>
            </a:pPr>
            <a:r>
              <a:rPr b="1"/>
              <a:t>Olive Bistro</a:t>
            </a:r>
            <a:br/>
            <a:r>
              <a:rPr/>
              <a:t>Роуд № 46, Джубили-Хиллс, Хайдарабад, Телангана 500033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Ченнаи — Тамилнад</a:t>
            </a:r>
          </a:p>
          <a:p>
            <a:pPr lvl="0" indent="-342900" marL="342900">
              <a:buAutoNum type="arabicPeriod"/>
            </a:pPr>
            <a:r>
              <a:rPr b="1"/>
              <a:t>Murugan Idli Shop</a:t>
            </a:r>
            <a:br/>
            <a:r>
              <a:rPr/>
              <a:t>T.-Нагар, Ченнаи, Тамилнад 600017</a:t>
            </a:r>
          </a:p>
          <a:p>
            <a:pPr lvl="0" indent="-342900" marL="342900">
              <a:buAutoNum type="arabicPeriod"/>
            </a:pPr>
            <a:r>
              <a:rPr b="1"/>
              <a:t>Saravana Bhavan</a:t>
            </a:r>
            <a:br/>
            <a:r>
              <a:rPr/>
              <a:t>Радхакришнан-салай, Майлапур, Ченнаи, Тамилнад 600004</a:t>
            </a:r>
          </a:p>
          <a:p>
            <a:pPr lvl="0" indent="-342900" marL="342900">
              <a:buAutoNum type="arabicPeriod"/>
            </a:pPr>
            <a:r>
              <a:rPr b="1"/>
              <a:t>Ponnusamy Hotel</a:t>
            </a:r>
            <a:br/>
            <a:r>
              <a:rPr/>
              <a:t>Ройапетта-Хай-роуд, Ченнаи 600014</a:t>
            </a:r>
          </a:p>
          <a:p>
            <a:pPr lvl="0" indent="-342900" marL="342900">
              <a:buAutoNum type="arabicPeriod"/>
            </a:pPr>
            <a:r>
              <a:rPr b="1"/>
              <a:t>Annalakshmi</a:t>
            </a:r>
            <a:br/>
            <a:r>
              <a:rPr/>
              <a:t>Эгмор, Ченнаи, Тамилнад 600008</a:t>
            </a:r>
          </a:p>
          <a:p>
            <a:pPr lvl="0" indent="-342900" marL="342900">
              <a:buAutoNum type="arabicPeriod"/>
            </a:pPr>
            <a:r>
              <a:rPr b="1"/>
              <a:t>Copper Chimney</a:t>
            </a:r>
            <a:br/>
            <a:r>
              <a:rPr/>
              <a:t>Катидрал-роуд, Ченнаи, Тамилнад 600086</a:t>
            </a:r>
          </a:p>
          <a:p>
            <a:pPr lvl="0" indent="-342900" marL="342900">
              <a:buAutoNum type="arabicPeriod"/>
            </a:pPr>
            <a:r>
              <a:rPr b="1"/>
              <a:t>Adyar Ananda Bhavan</a:t>
            </a:r>
            <a:br/>
            <a:r>
              <a:rPr/>
              <a:t>Анна-салай, Ченнаи, Тамилнад 600002</a:t>
            </a:r>
          </a:p>
          <a:p>
            <a:pPr lvl="0" indent="-342900" marL="342900">
              <a:buAutoNum type="arabicPeriod"/>
            </a:pPr>
            <a:r>
              <a:rPr b="1"/>
              <a:t>The Marina</a:t>
            </a:r>
            <a:br/>
            <a:r>
              <a:rPr/>
              <a:t>Колледж-роуд, Нунгамбаккам, Ченнаи, Тамилнад 600006</a:t>
            </a:r>
          </a:p>
          <a:p>
            <a:pPr lvl="0" indent="-342900" marL="342900">
              <a:buAutoNum type="arabicPeriod"/>
            </a:pPr>
            <a:r>
              <a:rPr b="1"/>
              <a:t>Amethyst Cafe</a:t>
            </a:r>
            <a:br/>
            <a:r>
              <a:rPr/>
              <a:t>Уайтс-роуд, Ройапетта, Ченнаи, Тамилнад 600014</a:t>
            </a:r>
          </a:p>
          <a:p>
            <a:pPr lvl="0" indent="-342900" marL="342900">
              <a:buAutoNum type="arabicPeriod"/>
            </a:pPr>
            <a:r>
              <a:rPr b="1"/>
              <a:t>Kaidi Kitchen</a:t>
            </a:r>
            <a:br/>
            <a:r>
              <a:rPr/>
              <a:t>Бишоп-Уоллерс-авеню, Майлапур, Ченнаи, Тамилнад 600004</a:t>
            </a:r>
          </a:p>
          <a:p>
            <a:pPr lvl="0" indent="-342900" marL="342900">
              <a:buAutoNum type="arabicPeriod"/>
            </a:pPr>
            <a:r>
              <a:rPr b="1"/>
              <a:t>Southern Spice – Taj Coromandel</a:t>
            </a:r>
            <a:br/>
            <a:r>
              <a:rPr/>
              <a:t>Нунгамбаккам, Ченнаи, Тамилнад 600034</a:t>
            </a:r>
          </a:p>
          <a:p>
            <a:pPr lvl="0" indent="-342900" marL="342900">
              <a:buAutoNum type="arabicPeriod"/>
            </a:pPr>
            <a:r>
              <a:rPr b="1"/>
              <a:t>Mathsya</a:t>
            </a:r>
            <a:br/>
            <a:r>
              <a:rPr/>
              <a:t>Эгмор, Ченнаи, Тамилнад 600008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T.-Нагар, Ченнаи, Тамилнад 600017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Колката — Западная Бенгалия</a:t>
            </a:r>
          </a:p>
          <a:p>
            <a:pPr lvl="0" indent="-342900" marL="342900">
              <a:buAutoNum type="arabicPeriod"/>
            </a:pPr>
            <a:r>
              <a:rPr b="1"/>
              <a:t>Flurys</a:t>
            </a:r>
            <a:br/>
            <a:r>
              <a:rPr/>
              <a:t>18, Парк-стрит, Колката, Западная Бенгалия 700016</a:t>
            </a:r>
          </a:p>
          <a:p>
            <a:pPr lvl="0" indent="-342900" marL="342900">
              <a:buAutoNum type="arabicPeriod"/>
            </a:pPr>
            <a:r>
              <a:rPr b="1"/>
              <a:t>Peter Cat</a:t>
            </a:r>
            <a:br/>
            <a:r>
              <a:rPr/>
              <a:t>18A, Парк-стрит, Колката, Западная Бенгалия 700071</a:t>
            </a:r>
          </a:p>
          <a:p>
            <a:pPr lvl="0" indent="-342900" marL="342900">
              <a:buAutoNum type="arabicPeriod"/>
            </a:pPr>
            <a:r>
              <a:rPr b="1"/>
              <a:t>Mocambo</a:t>
            </a:r>
            <a:br/>
            <a:r>
              <a:rPr/>
              <a:t>25B, Парк-стрит, Колката, Западная Бенгалия 700016</a:t>
            </a:r>
          </a:p>
          <a:p>
            <a:pPr lvl="0" indent="-342900" marL="342900">
              <a:buAutoNum type="arabicPeriod"/>
            </a:pPr>
            <a:r>
              <a:rPr b="1"/>
              <a:t>6 Ballygunge Place</a:t>
            </a:r>
            <a:br/>
            <a:r>
              <a:rPr/>
              <a:t>Баллигандж-Плейс, Колката, Западная Бенгалия 700019</a:t>
            </a:r>
          </a:p>
          <a:p>
            <a:pPr lvl="0" indent="-342900" marL="342900">
              <a:buAutoNum type="arabicPeriod"/>
            </a:pPr>
            <a:r>
              <a:rPr b="1"/>
              <a:t>Arsalan</a:t>
            </a:r>
            <a:br/>
            <a:r>
              <a:rPr/>
              <a:t>Парк-Сёркус, Колката, Западная Бенгалия 700017</a:t>
            </a:r>
          </a:p>
          <a:p>
            <a:pPr lvl="0" indent="-342900" marL="342900">
              <a:buAutoNum type="arabicPeriod"/>
            </a:pPr>
            <a:r>
              <a:rPr b="1"/>
              <a:t>Bhojohori Manna</a:t>
            </a:r>
            <a:br/>
            <a:r>
              <a:rPr/>
              <a:t>Гариахат-роуд, Колката, Западная Бенгалия 700019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Солт-Лейк, Колката, Западная Бенгалия 700091</a:t>
            </a:r>
          </a:p>
          <a:p>
            <a:pPr lvl="0" indent="-342900" marL="342900">
              <a:buAutoNum type="arabicPeriod"/>
            </a:pPr>
            <a:r>
              <a:rPr b="1"/>
              <a:t>Nizam’s</a:t>
            </a:r>
            <a:br/>
            <a:r>
              <a:rPr/>
              <a:t>Хогг-стрит, район Нью-Маркет, Колката, Западная Бенгалия 700087</a:t>
            </a:r>
          </a:p>
          <a:p>
            <a:pPr lvl="0" indent="-342900" marL="342900">
              <a:buAutoNum type="arabicPeriod"/>
            </a:pPr>
            <a:r>
              <a:rPr b="1"/>
              <a:t>Oh! Calcutta</a:t>
            </a:r>
            <a:br/>
            <a:r>
              <a:rPr/>
              <a:t>Forum Mall, Элгин-роуд, Колката, Западная Бенгалия 700020</a:t>
            </a:r>
          </a:p>
          <a:p>
            <a:pPr lvl="0" indent="-342900" marL="342900">
              <a:buAutoNum type="arabicPeriod"/>
            </a:pPr>
            <a:r>
              <a:rPr b="1"/>
              <a:t>Balaram Mullick &amp; Radharaman Mullick</a:t>
            </a:r>
            <a:br/>
            <a:r>
              <a:rPr/>
              <a:t>Бхованипур, Колката, Западная Бенгалия 700025</a:t>
            </a:r>
          </a:p>
          <a:p>
            <a:pPr lvl="0" indent="-342900" marL="342900">
              <a:buAutoNum type="arabicPeriod"/>
            </a:pPr>
            <a:r>
              <a:rPr b="1"/>
              <a:t>Kasturi Restaurant</a:t>
            </a:r>
            <a:br/>
            <a:r>
              <a:rPr/>
              <a:t>7A, Маркиз-стрит, Эспланейд, Колката, Западная Бенгалия 700016</a:t>
            </a:r>
          </a:p>
          <a:p>
            <a:pPr lvl="0" indent="-342900" marL="342900">
              <a:buAutoNum type="arabicPeriod"/>
            </a:pPr>
            <a:r>
              <a:rPr b="1"/>
              <a:t>Peter Hu?</a:t>
            </a:r>
            <a:br/>
            <a:r>
              <a:rPr/>
              <a:t>Вудберн-Парк, Колката, Западная Бенгалия 700020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Пуна — Махараштра</a:t>
            </a:r>
          </a:p>
          <a:p>
            <a:pPr lvl="0" indent="-342900" marL="342900">
              <a:buAutoNum type="arabicPeriod"/>
            </a:pPr>
            <a:r>
              <a:rPr b="1"/>
              <a:t>Kayani Bakery</a:t>
            </a:r>
            <a:br/>
            <a:r>
              <a:rPr/>
              <a:t>Ист-стрит, Кэмп, Пуна, Махараштра 411001</a:t>
            </a:r>
          </a:p>
          <a:p>
            <a:pPr lvl="0" indent="-342900" marL="342900">
              <a:buAutoNum type="arabicPeriod"/>
            </a:pPr>
            <a:r>
              <a:rPr b="1"/>
              <a:t>Vaishali Restaurant</a:t>
            </a:r>
            <a:br/>
            <a:r>
              <a:rPr/>
              <a:t>Фергюссон-Колледж-роуд, Пуна, Махараштра 411004</a:t>
            </a:r>
          </a:p>
          <a:p>
            <a:pPr lvl="0" indent="-342900" marL="342900">
              <a:buAutoNum type="arabicPeriod"/>
            </a:pPr>
            <a:r>
              <a:rPr b="1"/>
              <a:t>Good Luck Cafe</a:t>
            </a:r>
            <a:br/>
            <a:r>
              <a:rPr/>
              <a:t>Декан-Джимхана, Пуна, Махараштра 411004</a:t>
            </a:r>
          </a:p>
          <a:p>
            <a:pPr lvl="0" indent="-342900" marL="342900">
              <a:buAutoNum type="arabicPeriod"/>
            </a:pPr>
            <a:r>
              <a:rPr b="1"/>
              <a:t>German Bakery</a:t>
            </a:r>
            <a:br/>
            <a:r>
              <a:rPr/>
              <a:t>Корегаон-Парк, Пуна, Махараштра 411001</a:t>
            </a:r>
          </a:p>
          <a:p>
            <a:pPr lvl="0" indent="-342900" marL="342900">
              <a:buAutoNum type="arabicPeriod"/>
            </a:pPr>
            <a:r>
              <a:rPr b="1"/>
              <a:t>Mastani Sujata</a:t>
            </a:r>
            <a:br/>
            <a:r>
              <a:rPr/>
              <a:t>Садашив-Пет, Пуна, Махараштра 411030</a:t>
            </a:r>
          </a:p>
          <a:p>
            <a:pPr lvl="0" indent="-342900" marL="342900">
              <a:buAutoNum type="arabicPeriod"/>
            </a:pPr>
            <a:r>
              <a:rPr b="1"/>
              <a:t>Vohuman Cafe</a:t>
            </a:r>
            <a:br/>
            <a:r>
              <a:rPr/>
              <a:t>Сассун-Хоспитал-роуд, Пуна, Махараштра 411001</a:t>
            </a:r>
          </a:p>
          <a:p>
            <a:pPr lvl="0" indent="-342900" marL="342900">
              <a:buAutoNum type="arabicPeriod"/>
            </a:pPr>
            <a:r>
              <a:rPr b="1"/>
              <a:t>Baan Tao – Hyatt Pune</a:t>
            </a:r>
            <a:br/>
            <a:r>
              <a:rPr/>
              <a:t>Кальяни-Нагар, Пуна, Махараштра 411014</a:t>
            </a:r>
          </a:p>
          <a:p>
            <a:pPr lvl="0" indent="-342900" marL="342900">
              <a:buAutoNum type="arabicPeriod"/>
            </a:pPr>
            <a:r>
              <a:rPr b="1"/>
              <a:t>Sukanta</a:t>
            </a:r>
            <a:br/>
            <a:r>
              <a:rPr/>
              <a:t>Декан-Джимхана, Пуна, Махараштра 411004</a:t>
            </a:r>
          </a:p>
          <a:p>
            <a:pPr lvl="0" indent="-342900" marL="342900">
              <a:buAutoNum type="arabicPeriod"/>
            </a:pPr>
            <a:r>
              <a:rPr b="1"/>
              <a:t>Chingari – Le Meridien</a:t>
            </a:r>
            <a:br/>
            <a:r>
              <a:rPr/>
              <a:t>RTO-роуд, Пуна, Махараштра 411001</a:t>
            </a:r>
          </a:p>
          <a:p>
            <a:pPr lvl="0" indent="-342900" marL="342900">
              <a:buAutoNum type="arabicPeriod"/>
            </a:pPr>
            <a:r>
              <a:rPr b="1"/>
              <a:t>Dorabjee &amp; Sons</a:t>
            </a:r>
            <a:br/>
            <a:r>
              <a:rPr/>
              <a:t>Кэмп, Пуна, Махараштра 411001</a:t>
            </a:r>
          </a:p>
          <a:p>
            <a:pPr lvl="0" indent="-342900" marL="342900">
              <a:buAutoNum type="arabicPeriod"/>
            </a:pPr>
            <a:r>
              <a:rPr b="1"/>
              <a:t>Shabree Restaurant</a:t>
            </a:r>
            <a:br/>
            <a:r>
              <a:rPr/>
              <a:t>FC-роуд, Пуна, Махараштра 411004</a:t>
            </a:r>
          </a:p>
          <a:p>
            <a:pPr lvl="0" indent="-342900" marL="342900">
              <a:buAutoNum type="arabicPeriod"/>
            </a:pPr>
            <a:r>
              <a:rPr b="1"/>
              <a:t>Terttulia</a:t>
            </a:r>
            <a:br/>
            <a:r>
              <a:rPr/>
              <a:t>Корегаон-Парк, Пуна, Махараштра 411001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Ахмадабад — Гуджарат</a:t>
            </a:r>
          </a:p>
          <a:p>
            <a:pPr lvl="0" indent="-342900" marL="342900">
              <a:buAutoNum type="arabicPeriod"/>
            </a:pPr>
            <a:r>
              <a:rPr b="1"/>
              <a:t>Agashiye</a:t>
            </a:r>
            <a:br/>
            <a:r>
              <a:rPr/>
              <a:t>The House of MG, Лал-Дарваджа, Ахмадабад, Гуджарат 380001</a:t>
            </a:r>
          </a:p>
          <a:p>
            <a:pPr lvl="0" indent="-342900" marL="342900">
              <a:buAutoNum type="arabicPeriod"/>
            </a:pPr>
            <a:r>
              <a:rPr b="1"/>
              <a:t>Swati Snacks</a:t>
            </a:r>
            <a:br/>
            <a:r>
              <a:rPr/>
              <a:t>Ло-Гарден, Эллисбридж, Ахмадабад, Гуджарат 380006</a:t>
            </a:r>
          </a:p>
          <a:p>
            <a:pPr lvl="0" indent="-342900" marL="342900">
              <a:buAutoNum type="arabicPeriod"/>
            </a:pPr>
            <a:r>
              <a:rPr b="1"/>
              <a:t>Gordhan Thal</a:t>
            </a:r>
            <a:br/>
            <a:r>
              <a:rPr/>
              <a:t>S.G.-хайвей, Ахмадабад, Гуджарат 380054</a:t>
            </a:r>
          </a:p>
          <a:p>
            <a:pPr lvl="0" indent="-342900" marL="342900">
              <a:buAutoNum type="arabicPeriod"/>
            </a:pPr>
            <a:r>
              <a:rPr b="1"/>
              <a:t>Manek Chowk Food Stalls</a:t>
            </a:r>
            <a:br/>
            <a:r>
              <a:rPr/>
              <a:t>Манек-Чоук, Ахмадабад, Гуджарат 380001</a:t>
            </a:r>
          </a:p>
          <a:p>
            <a:pPr lvl="0" indent="-342900" marL="342900">
              <a:buAutoNum type="arabicPeriod"/>
            </a:pPr>
            <a:r>
              <a:rPr b="1"/>
              <a:t>Rajwadu</a:t>
            </a:r>
            <a:br/>
            <a:r>
              <a:rPr/>
              <a:t>Саркхедж-роуд, Ахмадабад, Гуджарат 380055</a:t>
            </a:r>
          </a:p>
          <a:p>
            <a:pPr lvl="0" indent="-342900" marL="342900">
              <a:buAutoNum type="arabicPeriod"/>
            </a:pPr>
            <a:r>
              <a:rPr b="1"/>
              <a:t>The Project Cafe</a:t>
            </a:r>
            <a:br/>
            <a:r>
              <a:rPr/>
              <a:t>Амбавади, Ахмадабад, Гуджарат 380006</a:t>
            </a:r>
          </a:p>
          <a:p>
            <a:pPr lvl="0" indent="-342900" marL="342900">
              <a:buAutoNum type="arabicPeriod"/>
            </a:pPr>
            <a:r>
              <a:rPr b="1"/>
              <a:t>Sankalp</a:t>
            </a:r>
            <a:br/>
            <a:r>
              <a:rPr/>
              <a:t>C.G.-роуд, Наврангпура, Ахмадабад, Гуджарат 380009</a:t>
            </a:r>
          </a:p>
          <a:p>
            <a:pPr lvl="0" indent="-342900" marL="342900">
              <a:buAutoNum type="arabicPeriod"/>
            </a:pPr>
            <a:r>
              <a:rPr b="1"/>
              <a:t>Pakwan Dining Hall</a:t>
            </a:r>
            <a:br/>
            <a:r>
              <a:rPr/>
              <a:t>SG-хайвей, Ахмадабад, Гуджарат 380054</a:t>
            </a:r>
          </a:p>
          <a:p>
            <a:pPr lvl="0" indent="-342900" marL="342900">
              <a:buAutoNum type="arabicPeriod"/>
            </a:pPr>
            <a:r>
              <a:rPr b="1"/>
              <a:t>Asharfi Kulfi</a:t>
            </a:r>
            <a:br/>
            <a:r>
              <a:rPr/>
              <a:t>Ло-Гарден-роуд, Ахмадабад, Гуджарат 380006</a:t>
            </a:r>
          </a:p>
          <a:p>
            <a:pPr lvl="0" indent="-342900" marL="342900">
              <a:buAutoNum type="arabicPeriod"/>
            </a:pPr>
            <a:r>
              <a:rPr b="1"/>
              <a:t>Toran Dining Hall</a:t>
            </a:r>
            <a:br/>
            <a:r>
              <a:rPr/>
              <a:t>Ашрам-роуд, Ахмадабад, Гуджарат 380009</a:t>
            </a:r>
          </a:p>
          <a:p>
            <a:pPr lvl="0" indent="-342900" marL="342900">
              <a:buAutoNum type="arabicPeriod"/>
            </a:pPr>
            <a:r>
              <a:rPr b="1"/>
              <a:t>650 – The Global Kitchen</a:t>
            </a:r>
            <a:br/>
            <a:r>
              <a:rPr/>
              <a:t>Амбавади, Ахмадабад, Гуджарат 380015</a:t>
            </a:r>
          </a:p>
          <a:p>
            <a:pPr lvl="0" indent="-342900" marL="342900">
              <a:buAutoNum type="arabicPeriod"/>
            </a:pPr>
            <a:r>
              <a:rPr b="1"/>
              <a:t>Chandravilas Restaurant</a:t>
            </a:r>
            <a:br/>
            <a:r>
              <a:rPr/>
              <a:t>Ганди-роуд, Кхадия, Ахмадабад, Гуджарат 380001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Сурат — Гуджарат</a:t>
            </a:r>
          </a:p>
          <a:p>
            <a:pPr lvl="0" indent="-342900" marL="342900">
              <a:buAutoNum type="arabicPeriod"/>
            </a:pPr>
            <a:r>
              <a:rPr b="1"/>
              <a:t>Gopal Locho Khaman House</a:t>
            </a:r>
            <a:br/>
            <a:r>
              <a:rPr/>
              <a:t>Бхатар-роуд,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Sasumaa Gujarati Thali</a:t>
            </a:r>
            <a:br/>
            <a:r>
              <a:rPr/>
              <a:t>Гход-Дод-роуд,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Vishal Restaurant</a:t>
            </a:r>
            <a:br/>
            <a:r>
              <a:rPr/>
              <a:t>Ададжан, Сурат, Гуджарат 395009</a:t>
            </a:r>
          </a:p>
          <a:p>
            <a:pPr lvl="0" indent="-342900" marL="342900">
              <a:buAutoNum type="arabicPeriod"/>
            </a:pPr>
            <a:r>
              <a:rPr b="1"/>
              <a:t>The Belgian Waffle Co.</a:t>
            </a:r>
            <a:br/>
            <a:r>
              <a:rPr/>
              <a:t>Весу-Мейн-роуд,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Ziba Multicuisine Restaurant</a:t>
            </a:r>
            <a:br/>
            <a:r>
              <a:rPr/>
              <a:t>Думас-роуд,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Dil Se Re Restaurant</a:t>
            </a:r>
            <a:br/>
            <a:r>
              <a:rPr/>
              <a:t>Сити-Лайт,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Rangeela Restaurant</a:t>
            </a:r>
            <a:br/>
            <a:r>
              <a:rPr/>
              <a:t>Район Пал, Сурат, Гуджарат 395009</a:t>
            </a:r>
          </a:p>
          <a:p>
            <a:pPr lvl="0" indent="-342900" marL="342900">
              <a:buAutoNum type="arabicPeriod"/>
            </a:pPr>
            <a:r>
              <a:rPr b="1"/>
              <a:t>Roast &amp; Grills</a:t>
            </a:r>
            <a:br/>
            <a:r>
              <a:rPr/>
              <a:t>Пиплод,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Woodland Restaurant</a:t>
            </a:r>
            <a:br/>
            <a:r>
              <a:rPr/>
              <a:t>Ринг-роуд, Сурат, Гуджарат 395002</a:t>
            </a:r>
          </a:p>
          <a:p>
            <a:pPr lvl="0" indent="-342900" marL="342900">
              <a:buAutoNum type="arabicPeriod"/>
            </a:pPr>
            <a:r>
              <a:rPr b="1"/>
              <a:t>Dawat Restaurant</a:t>
            </a:r>
            <a:br/>
            <a:r>
              <a:rPr/>
              <a:t>Удхана-Дарваджа, Сурат, Гуджарат 395002</a:t>
            </a:r>
          </a:p>
          <a:p>
            <a:pPr lvl="0" indent="-342900" marL="342900">
              <a:buAutoNum type="arabicPeriod"/>
            </a:pPr>
            <a:r>
              <a:rPr b="1"/>
              <a:t>Desi Manch</a:t>
            </a:r>
            <a:br/>
            <a:r>
              <a:rPr/>
              <a:t>Гход-Дод-роуд, Сурат, Гуджарат 395007</a:t>
            </a:r>
          </a:p>
          <a:p>
            <a:pPr lvl="0" indent="-342900" marL="342900">
              <a:buAutoNum type="arabicPeriod"/>
            </a:pPr>
            <a:r>
              <a:rPr b="1"/>
              <a:t>Wok on Fire</a:t>
            </a:r>
            <a:br/>
            <a:r>
              <a:rPr/>
              <a:t>Весу-Мейн-роуд, Сурат, Гуджарат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Джайпур — Раджастхан</a:t>
            </a:r>
          </a:p>
          <a:p>
            <a:pPr lvl="0" indent="-342900" marL="342900">
              <a:buAutoNum type="arabicPeriod"/>
            </a:pPr>
            <a:r>
              <a:rPr b="1"/>
              <a:t>Laxmi Mishthan Bhandar (LMB)</a:t>
            </a:r>
            <a:br/>
            <a:r>
              <a:rPr/>
              <a:t>Джохари-Базар, Джайпур, Раджастхан 302003</a:t>
            </a:r>
          </a:p>
          <a:p>
            <a:pPr lvl="0" indent="-342900" marL="342900">
              <a:buAutoNum type="arabicPeriod"/>
            </a:pPr>
            <a:r>
              <a:rPr b="1"/>
              <a:t>Rawat Mishtan Bhandar</a:t>
            </a:r>
            <a:br/>
            <a:r>
              <a:rPr/>
              <a:t>Стейшн-роуд, Синдхи-Кэмп, Джайпур, Раджастхан 302006</a:t>
            </a:r>
          </a:p>
          <a:p>
            <a:pPr lvl="0" indent="-342900" marL="342900">
              <a:buAutoNum type="arabicPeriod"/>
            </a:pPr>
            <a:r>
              <a:rPr b="1"/>
              <a:t>1135 AD</a:t>
            </a:r>
            <a:br/>
            <a:r>
              <a:rPr/>
              <a:t>Форт Амбер,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Chokhi Dhani</a:t>
            </a:r>
            <a:br/>
            <a:r>
              <a:rPr/>
              <a:t>Тонк-роуд, Джайпур, Раджастхан 303905</a:t>
            </a:r>
          </a:p>
          <a:p>
            <a:pPr lvl="0" indent="-342900" marL="342900">
              <a:buAutoNum type="arabicPeriod"/>
            </a:pPr>
            <a:r>
              <a:rPr b="1"/>
              <a:t>Peacock Rooftop Restaurant</a:t>
            </a:r>
            <a:br/>
            <a:r>
              <a:rPr/>
              <a:t>Форт Хатрои, Аджмер-роуд,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Spice Court</a:t>
            </a:r>
            <a:br/>
            <a:r>
              <a:rPr/>
              <a:t>Сивил-Лайнс, Джайпур, Раджастхан 302006</a:t>
            </a:r>
          </a:p>
          <a:p>
            <a:pPr lvl="0" indent="-342900" marL="342900">
              <a:buAutoNum type="arabicPeriod"/>
            </a:pPr>
            <a:r>
              <a:rPr b="1"/>
              <a:t>The Forresta Kitchen &amp; Bar</a:t>
            </a:r>
            <a:br/>
            <a:r>
              <a:rPr/>
              <a:t>Бани-Парк, Джайпур, Раджастхан 302016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MI-роуд,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Handi Restaurant</a:t>
            </a:r>
            <a:br/>
            <a:r>
              <a:rPr/>
              <a:t>M.I.-роуд,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Anokhi Café</a:t>
            </a:r>
            <a:br/>
            <a:r>
              <a:rPr/>
              <a:t>KK Square, Притхвирадж-роуд,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Tapri Central</a:t>
            </a:r>
            <a:br/>
            <a:r>
              <a:rPr/>
              <a:t>Напротив Central Park, C-Ским, Джайпур, Раджастхан 302001</a:t>
            </a:r>
          </a:p>
          <a:p>
            <a:pPr lvl="0" indent="-342900" marL="342900">
              <a:buAutoNum type="arabicPeriod"/>
            </a:pPr>
            <a:r>
              <a:rPr b="1"/>
              <a:t>Govindam Retreat</a:t>
            </a:r>
            <a:br/>
            <a:r>
              <a:rPr/>
              <a:t>Рядом с храмом Говинд-Девджи, Канвар-Нагар, Джайпур, Раджастхан 302002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Лакхнау — Уттар-Прадеш</a:t>
            </a:r>
          </a:p>
          <a:p>
            <a:pPr lvl="0" indent="-342900" marL="342900">
              <a:buAutoNum type="arabicPeriod"/>
            </a:pPr>
            <a:r>
              <a:rPr b="1"/>
              <a:t>Tunday Kababi</a:t>
            </a:r>
            <a:br/>
            <a:r>
              <a:rPr/>
              <a:t>Аминабад, Лакхнау, Уттар-Прадеш 226018</a:t>
            </a:r>
          </a:p>
          <a:p>
            <a:pPr lvl="0" indent="-342900" marL="342900">
              <a:buAutoNum type="arabicPeriod"/>
            </a:pPr>
            <a:r>
              <a:rPr b="1"/>
              <a:t>Dastarkhwan</a:t>
            </a:r>
            <a:br/>
            <a:r>
              <a:rPr/>
              <a:t>Хазратгандж, Лакхнау, Уттар-Прадеш 226001</a:t>
            </a:r>
          </a:p>
          <a:p>
            <a:pPr lvl="0" indent="-342900" marL="342900">
              <a:buAutoNum type="arabicPeriod"/>
            </a:pPr>
            <a:r>
              <a:rPr b="1"/>
              <a:t>Royal Cafe</a:t>
            </a:r>
            <a:br/>
            <a:r>
              <a:rPr/>
              <a:t>Хазратгандж, Лакхнау, Уттар-Прадеш 226001</a:t>
            </a:r>
          </a:p>
          <a:p>
            <a:pPr lvl="0" indent="-342900" marL="342900">
              <a:buAutoNum type="arabicPeriod"/>
            </a:pPr>
            <a:r>
              <a:rPr b="1"/>
              <a:t>Rahim’s Kulcha Nahari</a:t>
            </a:r>
            <a:br/>
            <a:r>
              <a:rPr/>
              <a:t>Чоук, Лакхнау, Уттар-Прадеш 226003</a:t>
            </a:r>
          </a:p>
          <a:p>
            <a:pPr lvl="0" indent="-342900" marL="342900">
              <a:buAutoNum type="arabicPeriod"/>
            </a:pPr>
            <a:r>
              <a:rPr b="1"/>
              <a:t>Moti Mahal Restaurant</a:t>
            </a:r>
            <a:br/>
            <a:r>
              <a:rPr/>
              <a:t>Хазратгандж, Лакхнау, Уттар-Прадеш 226001</a:t>
            </a:r>
          </a:p>
          <a:p>
            <a:pPr lvl="0" indent="-342900" marL="342900">
              <a:buAutoNum type="arabicPeriod"/>
            </a:pPr>
            <a:r>
              <a:rPr b="1"/>
              <a:t>Idris Biryani</a:t>
            </a:r>
            <a:br/>
            <a:r>
              <a:rPr/>
              <a:t>Раджа-Базар, Лакхнау, Уттар-Прадеш 226003</a:t>
            </a:r>
          </a:p>
          <a:p>
            <a:pPr lvl="0" indent="-342900" marL="342900">
              <a:buAutoNum type="arabicPeriod"/>
            </a:pPr>
            <a:r>
              <a:rPr b="1"/>
              <a:t>Oudhyana – Taj Hotel</a:t>
            </a:r>
            <a:br/>
            <a:r>
              <a:rPr/>
              <a:t>Гомти-Нагар, Лакхнау, Уттар-Прадеш 226010</a:t>
            </a:r>
          </a:p>
          <a:p>
            <a:pPr lvl="0" indent="-342900" marL="342900">
              <a:buAutoNum type="arabicPeriod"/>
            </a:pPr>
            <a:r>
              <a:rPr b="1"/>
              <a:t>Prakash Kulfi</a:t>
            </a:r>
            <a:br/>
            <a:r>
              <a:rPr/>
              <a:t>Аминабад, Лакхнау, Уттар-Прадеш 226018</a:t>
            </a:r>
          </a:p>
          <a:p>
            <a:pPr lvl="0" indent="-342900" marL="342900">
              <a:buAutoNum type="arabicPeriod"/>
            </a:pPr>
            <a:r>
              <a:rPr b="1"/>
              <a:t>The Urban Terrace</a:t>
            </a:r>
            <a:br/>
            <a:r>
              <a:rPr/>
              <a:t>Hotel Lineage, Гомти-Нагар, Лакхнау, Уттар-Прадеш 226010</a:t>
            </a:r>
          </a:p>
          <a:p>
            <a:pPr lvl="0" indent="-342900" marL="342900">
              <a:buAutoNum type="arabicPeriod"/>
            </a:pPr>
            <a:r>
              <a:rPr b="1"/>
              <a:t>Lazeez</a:t>
            </a:r>
            <a:br/>
            <a:r>
              <a:rPr/>
              <a:t>Хазратгандж, Лакхнау, Уттар-Прадеш 226001</a:t>
            </a:r>
          </a:p>
          <a:p>
            <a:pPr lvl="0" indent="-342900" marL="342900">
              <a:buAutoNum type="arabicPeriod"/>
            </a:pPr>
            <a:r>
              <a:rPr b="1"/>
              <a:t>Spice Caves</a:t>
            </a:r>
            <a:br/>
            <a:r>
              <a:rPr/>
              <a:t>Гомти-Нагар, Лакхнау, Уттар-Прадеш 226010</a:t>
            </a:r>
          </a:p>
          <a:p>
            <a:pPr lvl="0" indent="-342900" marL="342900">
              <a:buAutoNum type="arabicPeriod"/>
            </a:pPr>
            <a:r>
              <a:rPr b="1"/>
              <a:t>The Cherry Tree Cafe</a:t>
            </a:r>
            <a:br/>
            <a:r>
              <a:rPr/>
              <a:t>Хазратгандж, Лакхнау, Уттар-Прадеш 226001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Канпур — Уттар-Прадеш</a:t>
            </a:r>
          </a:p>
          <a:p>
            <a:pPr lvl="0" indent="-342900" marL="342900">
              <a:buAutoNum type="arabicPeriod"/>
            </a:pPr>
            <a:r>
              <a:rPr b="1"/>
              <a:t>Thaggu Ke Laddu</a:t>
            </a:r>
            <a:br/>
            <a:r>
              <a:rPr/>
              <a:t>Бада-Чаураха, Канпур, Уттар-Прадеш 208001</a:t>
            </a:r>
          </a:p>
          <a:p>
            <a:pPr lvl="0" indent="-342900" marL="342900">
              <a:buAutoNum type="arabicPeriod"/>
            </a:pPr>
            <a:r>
              <a:rPr b="1"/>
              <a:t>Antarang Restaurant</a:t>
            </a:r>
            <a:br/>
            <a:r>
              <a:rPr/>
              <a:t>Навин-Маркет, Канпур, Уттар-Прадеш 208001</a:t>
            </a:r>
          </a:p>
          <a:p>
            <a:pPr lvl="0" indent="-342900" marL="342900">
              <a:buAutoNum type="arabicPeriod"/>
            </a:pPr>
            <a:r>
              <a:rPr b="1"/>
              <a:t>Manoj Restaurant</a:t>
            </a:r>
            <a:br/>
            <a:r>
              <a:rPr/>
              <a:t>Гумти № 5, Канпур, Уттар-Прадеш 208012</a:t>
            </a:r>
          </a:p>
          <a:p>
            <a:pPr lvl="0" indent="-342900" marL="342900">
              <a:buAutoNum type="arabicPeriod"/>
            </a:pPr>
            <a:r>
              <a:rPr b="1"/>
              <a:t>Z Square Food Court</a:t>
            </a:r>
            <a:br/>
            <a:r>
              <a:rPr/>
              <a:t>Молл-роуд, Канпур, Уттар-Прадеш 208001</a:t>
            </a:r>
          </a:p>
          <a:p>
            <a:pPr lvl="0" indent="-342900" marL="342900">
              <a:buAutoNum type="arabicPeriod"/>
            </a:pPr>
            <a:r>
              <a:rPr b="1"/>
              <a:t>Little Chef Restaurant</a:t>
            </a:r>
            <a:br/>
            <a:r>
              <a:rPr/>
              <a:t>Молл-роуд, Канпур, Уттар-Прадеш 208001</a:t>
            </a:r>
          </a:p>
          <a:p>
            <a:pPr lvl="0" indent="-342900" marL="342900">
              <a:buAutoNum type="arabicPeriod"/>
            </a:pPr>
            <a:r>
              <a:rPr b="1"/>
              <a:t>Haveli Restaurant</a:t>
            </a:r>
            <a:br/>
            <a:r>
              <a:rPr/>
              <a:t>Какадео, Канпур, Уттар-Прадеш 208025</a:t>
            </a:r>
          </a:p>
          <a:p>
            <a:pPr lvl="0" indent="-342900" marL="342900">
              <a:buAutoNum type="arabicPeriod"/>
            </a:pPr>
            <a:r>
              <a:rPr b="1"/>
              <a:t>Mezbaan Restaurant</a:t>
            </a:r>
            <a:br/>
            <a:r>
              <a:rPr/>
              <a:t>Харш-Нагар, Канпур, Уттар-Прадеш 208012</a:t>
            </a:r>
          </a:p>
          <a:p>
            <a:pPr lvl="0" indent="-342900" marL="342900">
              <a:buAutoNum type="arabicPeriod"/>
            </a:pPr>
            <a:r>
              <a:rPr b="1"/>
              <a:t>Shree Radhika Sweets &amp; Restaurant</a:t>
            </a:r>
            <a:br/>
            <a:r>
              <a:rPr/>
              <a:t>Кальянпур, Канпур, Уттар-Прадеш 208017</a:t>
            </a:r>
          </a:p>
          <a:p>
            <a:pPr lvl="0" indent="-342900" marL="342900">
              <a:buAutoNum type="arabicPeriod"/>
            </a:pPr>
            <a:r>
              <a:rPr b="1"/>
              <a:t>Status Club</a:t>
            </a:r>
            <a:br/>
            <a:r>
              <a:rPr/>
              <a:t>Кантт, Канпур, Уттар-Прадеш 208004</a:t>
            </a:r>
          </a:p>
          <a:p>
            <a:pPr lvl="0" indent="-342900" marL="342900">
              <a:buAutoNum type="arabicPeriod"/>
            </a:pPr>
            <a:r>
              <a:rPr b="1"/>
              <a:t>Cawnpore Club</a:t>
            </a:r>
            <a:br/>
            <a:r>
              <a:rPr/>
              <a:t>Кантонмент, Канпур, Уттар-Прадеш 208004</a:t>
            </a:r>
          </a:p>
          <a:p>
            <a:pPr lvl="0" indent="-342900" marL="342900">
              <a:buAutoNum type="arabicPeriod"/>
            </a:pPr>
            <a:r>
              <a:rPr b="1"/>
              <a:t>Dhaba at the Falls</a:t>
            </a:r>
            <a:br/>
            <a:r>
              <a:rPr/>
              <a:t>Ганга-Барраж, Канпур, Уттар-Прадеш 208002</a:t>
            </a:r>
          </a:p>
          <a:p>
            <a:pPr lvl="0" indent="-342900" marL="342900">
              <a:buAutoNum type="arabicPeriod"/>
            </a:pPr>
            <a:r>
              <a:rPr b="1"/>
              <a:t>Grills by the Promenade</a:t>
            </a:r>
            <a:br/>
            <a:r>
              <a:rPr/>
              <a:t>Сваруп-Нагар, Канпур, Уттар-Прадеш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Нагпур — Махараштра</a:t>
            </a:r>
          </a:p>
          <a:p>
            <a:pPr lvl="0" indent="-342900" marL="342900">
              <a:buAutoNum type="arabicPeriod"/>
            </a:pPr>
            <a:r>
              <a:rPr b="1"/>
              <a:t>Haldiram’s Thaat Baat</a:t>
            </a:r>
            <a:br/>
            <a:r>
              <a:rPr/>
              <a:t>Ситабулди, Нагпур, Махараштра 440012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Дхарампет, Нагпур, Махараштра 440010</a:t>
            </a:r>
          </a:p>
          <a:p>
            <a:pPr lvl="0" indent="-342900" marL="342900">
              <a:buAutoNum type="arabicPeriod"/>
            </a:pPr>
            <a:r>
              <a:rPr b="1"/>
              <a:t>Fiona’s – Le Meridien</a:t>
            </a:r>
            <a:br/>
            <a:r>
              <a:rPr/>
              <a:t>Вардха-роуд, Нагпур, Махараштра 440015</a:t>
            </a:r>
          </a:p>
          <a:p>
            <a:pPr lvl="0" indent="-342900" marL="342900">
              <a:buAutoNum type="arabicPeriod"/>
            </a:pPr>
            <a:r>
              <a:rPr b="1"/>
              <a:t>Naivedhyam</a:t>
            </a:r>
            <a:br/>
            <a:r>
              <a:rPr/>
              <a:t>Садар, Нагпур, Махараштра 440001</a:t>
            </a:r>
          </a:p>
          <a:p>
            <a:pPr lvl="0" indent="-342900" marL="342900">
              <a:buAutoNum type="arabicPeriod"/>
            </a:pPr>
            <a:r>
              <a:rPr b="1"/>
              <a:t>Patiala House</a:t>
            </a:r>
            <a:br/>
            <a:r>
              <a:rPr/>
              <a:t>Сивил-Лайнс, Нагпур, Махараштра 440001</a:t>
            </a:r>
          </a:p>
          <a:p>
            <a:pPr lvl="0" indent="-342900" marL="342900">
              <a:buAutoNum type="arabicPeriod"/>
            </a:pPr>
            <a:r>
              <a:rPr b="1"/>
              <a:t>Dining Table</a:t>
            </a:r>
            <a:br/>
            <a:r>
              <a:rPr/>
              <a:t>Дхарампет, Нагпур, Махараштра 440010</a:t>
            </a:r>
          </a:p>
          <a:p>
            <a:pPr lvl="0" indent="-342900" marL="342900">
              <a:buAutoNum type="arabicPeriod"/>
            </a:pPr>
            <a:r>
              <a:rPr b="1"/>
              <a:t>Checkers – Tuli Imperial</a:t>
            </a:r>
            <a:br/>
            <a:r>
              <a:rPr/>
              <a:t>Рамдаспет, Нагпур, Махараштра 440010</a:t>
            </a:r>
          </a:p>
          <a:p>
            <a:pPr lvl="0" indent="-342900" marL="342900">
              <a:buAutoNum type="arabicPeriod"/>
            </a:pPr>
            <a:r>
              <a:rPr b="1"/>
              <a:t>Ashoka Restaurant</a:t>
            </a:r>
            <a:br/>
            <a:r>
              <a:rPr/>
              <a:t>Садар, Нагпур, Махараштра 440001</a:t>
            </a:r>
          </a:p>
          <a:p>
            <a:pPr lvl="0" indent="-342900" marL="342900">
              <a:buAutoNum type="arabicPeriod"/>
            </a:pPr>
            <a:r>
              <a:rPr b="1"/>
              <a:t>Barista</a:t>
            </a:r>
            <a:br/>
            <a:r>
              <a:rPr/>
              <a:t>Рамдаспет, Нагпур, Махараштра 440010</a:t>
            </a:r>
          </a:p>
          <a:p>
            <a:pPr lvl="0" indent="-342900" marL="342900">
              <a:buAutoNum type="arabicPeriod"/>
            </a:pPr>
            <a:r>
              <a:rPr b="1"/>
              <a:t>Tandoori Nights</a:t>
            </a:r>
            <a:br/>
            <a:r>
              <a:rPr/>
              <a:t>Ситабулди, Нагпур, Махараштра 440012</a:t>
            </a:r>
          </a:p>
          <a:p>
            <a:pPr lvl="0" indent="-342900" marL="342900">
              <a:buAutoNum type="arabicPeriod"/>
            </a:pPr>
            <a:r>
              <a:rPr b="1"/>
              <a:t>Momo Cafe – Courtyard by Marriott</a:t>
            </a:r>
            <a:br/>
            <a:r>
              <a:rPr/>
              <a:t>Вардха-роуд, Нагпур, Махараштра 440015</a:t>
            </a:r>
          </a:p>
          <a:p>
            <a:pPr lvl="0" indent="-342900" marL="342900">
              <a:buAutoNum type="arabicPeriod"/>
            </a:pPr>
            <a:r>
              <a:rPr b="1"/>
              <a:t>Nanking Chinese Restaurant</a:t>
            </a:r>
            <a:br/>
            <a:r>
              <a:rPr/>
              <a:t>Садар, Нагпур, Махараштра 440001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Индаур — Мадхья-Прадеш</a:t>
            </a:r>
          </a:p>
          <a:p>
            <a:pPr lvl="0" indent="-342900" marL="342900">
              <a:buAutoNum type="arabicPeriod"/>
            </a:pPr>
            <a:r>
              <a:rPr b="1"/>
              <a:t>Chappan Dukaan Food Stalls</a:t>
            </a:r>
            <a:br/>
            <a:r>
              <a:rPr/>
              <a:t>Нью-Паласия,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Sarafa Bazaar Night Food Market</a:t>
            </a:r>
            <a:br/>
            <a:r>
              <a:rPr/>
              <a:t>Сарафа, Индаур, Мадхья-Прадеш 452002</a:t>
            </a:r>
          </a:p>
          <a:p>
            <a:pPr lvl="0" indent="-342900" marL="342900">
              <a:buAutoNum type="arabicPeriod"/>
            </a:pPr>
            <a:r>
              <a:rPr b="1"/>
              <a:t>56 Dukan</a:t>
            </a:r>
            <a:br/>
            <a:r>
              <a:rPr/>
              <a:t>Нью-Паласия,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Apna Sweets</a:t>
            </a:r>
            <a:br/>
            <a:r>
              <a:rPr/>
              <a:t>Олд-Паласия,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Shreemaya Celebrity</a:t>
            </a:r>
            <a:br/>
            <a:r>
              <a:rPr/>
              <a:t>AB-роуд, Индаур, Мадхья-Прадеш 452008</a:t>
            </a:r>
          </a:p>
          <a:p>
            <a:pPr lvl="0" indent="-342900" marL="342900">
              <a:buAutoNum type="arabicPeriod"/>
            </a:pPr>
            <a:r>
              <a:rPr b="1"/>
              <a:t>Gurukripa Restaurant</a:t>
            </a:r>
            <a:br/>
            <a:r>
              <a:rPr/>
              <a:t>Автостанция Сарвате,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Nafees Restaurant</a:t>
            </a:r>
            <a:br/>
            <a:r>
              <a:rPr/>
              <a:t>Олд-Паласия,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Johny Hot Dog</a:t>
            </a:r>
            <a:br/>
            <a:r>
              <a:rPr/>
              <a:t>Чаппан-Дукан,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Delhi Grill</a:t>
            </a:r>
            <a:br/>
            <a:r>
              <a:rPr/>
              <a:t>Нью-Маркет, Индаур, Мадхья-Прадеш 452001</a:t>
            </a:r>
          </a:p>
          <a:p>
            <a:pPr lvl="0" indent="-342900" marL="342900">
              <a:buAutoNum type="arabicPeriod"/>
            </a:pPr>
            <a:r>
              <a:rPr b="1"/>
              <a:t>O2 Cafe de la Ville</a:t>
            </a:r>
            <a:br/>
            <a:r>
              <a:rPr/>
              <a:t>Виджай-Нагар, Индаур, Мадхья-Прадеш 452010</a:t>
            </a:r>
          </a:p>
          <a:p>
            <a:pPr lvl="0" indent="-342900" marL="342900">
              <a:buAutoNum type="arabicPeriod"/>
            </a:pPr>
            <a:r>
              <a:rPr b="1"/>
              <a:t>Mediterra – Sayaji Hotel</a:t>
            </a:r>
            <a:br/>
            <a:r>
              <a:rPr/>
              <a:t>Виджай-Нагар, Индаур, Мадхья-Прадеш 452010</a:t>
            </a:r>
          </a:p>
          <a:p>
            <a:pPr lvl="0" indent="-342900" marL="342900">
              <a:buAutoNum type="arabicPeriod"/>
            </a:pPr>
            <a:r>
              <a:rPr b="1"/>
              <a:t>Rajhans Restaurant</a:t>
            </a:r>
            <a:br/>
            <a:r>
              <a:rPr/>
              <a:t>Чоти-Гвалтоли, Индаур, Мадхья-Прадеш 452001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Бхопал — Мадхья-Прадеш</a:t>
            </a:r>
          </a:p>
          <a:p>
            <a:pPr lvl="0" indent="-342900" marL="342900">
              <a:buAutoNum type="arabicPeriod"/>
            </a:pPr>
            <a:r>
              <a:rPr b="1"/>
              <a:t>Bapu Ki Kutia</a:t>
            </a:r>
            <a:br/>
            <a:r>
              <a:rPr/>
              <a:t>T.T.-Нагар, Бхопал, Мадхья-Прадеш 462003</a:t>
            </a:r>
          </a:p>
          <a:p>
            <a:pPr lvl="0" indent="-342900" marL="342900">
              <a:buAutoNum type="arabicPeriod"/>
            </a:pPr>
            <a:r>
              <a:rPr b="1"/>
              <a:t>Indian Coffee House</a:t>
            </a:r>
            <a:br/>
            <a:r>
              <a:rPr/>
              <a:t>Нью-Маркет, Бхопал, Мадхья-Прадеш 462003</a:t>
            </a:r>
          </a:p>
          <a:p>
            <a:pPr lvl="0" indent="-342900" marL="342900">
              <a:buAutoNum type="arabicPeriod"/>
            </a:pPr>
            <a:r>
              <a:rPr b="1"/>
              <a:t>Manohar Dairy &amp; Restaurant</a:t>
            </a:r>
            <a:br/>
            <a:r>
              <a:rPr/>
              <a:t>Хамидия-роуд, Бхопал, Мадхья-Прадеш 462001</a:t>
            </a:r>
          </a:p>
          <a:p>
            <a:pPr lvl="0" indent="-342900" marL="342900">
              <a:buAutoNum type="arabicPeriod"/>
            </a:pPr>
            <a:r>
              <a:rPr b="1"/>
              <a:t>Za-Aiqa – Noor-Us-Sabah Palace</a:t>
            </a:r>
            <a:br/>
            <a:r>
              <a:rPr/>
              <a:t>VIP-роуд, Бхопал, Мадхья-Прадеш 462001</a:t>
            </a:r>
          </a:p>
          <a:p>
            <a:pPr lvl="0" indent="-342900" marL="342900">
              <a:buAutoNum type="arabicPeriod"/>
            </a:pPr>
            <a:r>
              <a:rPr b="1"/>
              <a:t>Taste of India Restaurant</a:t>
            </a:r>
            <a:br/>
            <a:r>
              <a:rPr/>
              <a:t>TT-Нагар, Бхопал, Мадхья-Прадеш 462003</a:t>
            </a:r>
          </a:p>
          <a:p>
            <a:pPr lvl="0" indent="-342900" marL="342900">
              <a:buAutoNum type="arabicPeriod"/>
            </a:pPr>
            <a:r>
              <a:rPr b="1"/>
              <a:t>Under the Mango Tree – Jehan Numa Palace</a:t>
            </a:r>
            <a:br/>
            <a:r>
              <a:rPr/>
              <a:t>Шамла-Хиллс, Бхопал, Мадхья-Прадеш 462013</a:t>
            </a:r>
          </a:p>
          <a:p>
            <a:pPr lvl="0" indent="-342900" marL="342900">
              <a:buAutoNum type="arabicPeriod"/>
            </a:pPr>
            <a:r>
              <a:rPr b="1"/>
              <a:t>Bake n Shake</a:t>
            </a:r>
            <a:br/>
            <a:r>
              <a:rPr/>
              <a:t>Малвия-Нагар, Бхопал, Мадхья-Прадеш 462003</a:t>
            </a:r>
          </a:p>
          <a:p>
            <a:pPr lvl="0" indent="-342900" marL="342900">
              <a:buAutoNum type="arabicPeriod"/>
            </a:pPr>
            <a:r>
              <a:rPr b="1"/>
              <a:t>The Lake Princess</a:t>
            </a:r>
            <a:br/>
            <a:r>
              <a:rPr/>
              <a:t>VIP-роуд, Бхопал, Мадхья-Прадеш 462001</a:t>
            </a:r>
          </a:p>
          <a:p>
            <a:pPr lvl="0" indent="-342900" marL="342900">
              <a:buAutoNum type="arabicPeriod"/>
            </a:pPr>
            <a:r>
              <a:rPr b="1"/>
              <a:t>Kebabsville – Sayaji Hotel</a:t>
            </a:r>
            <a:br/>
            <a:r>
              <a:rPr/>
              <a:t>Хошангабад-роуд, Бхопал, Мадхья-Прадеш 462026</a:t>
            </a:r>
          </a:p>
          <a:p>
            <a:pPr lvl="0" indent="-342900" marL="342900">
              <a:buAutoNum type="arabicPeriod"/>
            </a:pPr>
            <a:r>
              <a:rPr b="1"/>
              <a:t>Zaika Restaurant</a:t>
            </a:r>
            <a:br/>
            <a:r>
              <a:rPr/>
              <a:t>MP-Нагар, Бхопал, Мадхья-Прадеш 462011</a:t>
            </a:r>
          </a:p>
          <a:p>
            <a:pPr lvl="0" indent="-342900" marL="342900">
              <a:buAutoNum type="arabicPeriod"/>
            </a:pPr>
            <a:r>
              <a:rPr b="1"/>
              <a:t>Sankalp Restaurant</a:t>
            </a:r>
            <a:br/>
            <a:r>
              <a:rPr/>
              <a:t>MP-Нагар, Бхопал, Мадхья-Прадеш 462011</a:t>
            </a:r>
          </a:p>
          <a:p>
            <a:pPr lvl="0" indent="-342900" marL="342900">
              <a:buAutoNum type="arabicPeriod"/>
            </a:pPr>
            <a:r>
              <a:rPr b="1"/>
              <a:t>Rice Bowl Restaurant</a:t>
            </a:r>
            <a:br/>
            <a:r>
              <a:rPr/>
              <a:t>Нью-Маркет, Бхопал, Мадхья-Прадеш 462003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Вишакхапатнам — Андхра-Прадеш</a:t>
            </a:r>
          </a:p>
          <a:p>
            <a:pPr lvl="0" indent="-342900" marL="342900">
              <a:buAutoNum type="arabicPeriod"/>
            </a:pPr>
            <a:r>
              <a:rPr b="1"/>
              <a:t>RK Beach Food Court</a:t>
            </a:r>
            <a:br/>
            <a:r>
              <a:rPr/>
              <a:t>Бич-роуд, Вишакхапатнам, Андхра-Прадеш 530017</a:t>
            </a:r>
          </a:p>
          <a:p>
            <a:pPr lvl="0" indent="-342900" marL="342900">
              <a:buAutoNum type="arabicPeriod"/>
            </a:pPr>
            <a:r>
              <a:rPr b="1"/>
              <a:t>Dolphin Hotel Restaurant</a:t>
            </a:r>
            <a:br/>
            <a:r>
              <a:rPr/>
              <a:t>Даба-Гарденс, Вишакхапатнам, Андхра-Прадеш 530020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Дварака-Нагар, Вишакхапатнам, Андхра-Прадеш 530016</a:t>
            </a:r>
          </a:p>
          <a:p>
            <a:pPr lvl="0" indent="-342900" marL="342900">
              <a:buAutoNum type="arabicPeriod"/>
            </a:pPr>
            <a:r>
              <a:rPr b="1"/>
              <a:t>Zamindari Restaurant</a:t>
            </a:r>
            <a:br/>
            <a:r>
              <a:rPr/>
              <a:t>VIP-роуд, Вишакхапатнам, Андхра-Прадеш 530003</a:t>
            </a:r>
          </a:p>
          <a:p>
            <a:pPr lvl="0" indent="-342900" marL="342900">
              <a:buAutoNum type="arabicPeriod"/>
            </a:pPr>
            <a:r>
              <a:rPr b="1"/>
              <a:t>Vista – The Park</a:t>
            </a:r>
            <a:br/>
            <a:r>
              <a:rPr/>
              <a:t>Бич-роуд, Вишакхапатнам, Андхра-Прадеш 530023</a:t>
            </a:r>
          </a:p>
          <a:p>
            <a:pPr lvl="0" indent="-342900" marL="342900">
              <a:buAutoNum type="arabicPeriod"/>
            </a:pPr>
            <a:r>
              <a:rPr b="1"/>
              <a:t>Dakshin – Novotel</a:t>
            </a:r>
            <a:br/>
            <a:r>
              <a:rPr/>
              <a:t>Бич-роуд, Вишакхапатнам, Андхра-Прадеш 530002</a:t>
            </a:r>
          </a:p>
          <a:p>
            <a:pPr lvl="0" indent="-342900" marL="342900">
              <a:buAutoNum type="arabicPeriod"/>
            </a:pPr>
            <a:r>
              <a:rPr b="1"/>
              <a:t>Sri Sairam Parlour</a:t>
            </a:r>
            <a:br/>
            <a:r>
              <a:rPr/>
              <a:t>Двараканагар, Вишакхапатнам, Андхра-Прадеш 530016</a:t>
            </a:r>
          </a:p>
          <a:p>
            <a:pPr lvl="0" indent="-342900" marL="342900">
              <a:buAutoNum type="arabicPeriod"/>
            </a:pPr>
            <a:r>
              <a:rPr b="1"/>
              <a:t>Venkatadri Vantillu</a:t>
            </a:r>
            <a:br/>
            <a:r>
              <a:rPr/>
              <a:t>Сирипурам, Вишакхапатнам, Андхра-Прадеш 530003</a:t>
            </a:r>
          </a:p>
          <a:p>
            <a:pPr lvl="0" indent="-342900" marL="342900">
              <a:buAutoNum type="arabicPeriod"/>
            </a:pPr>
            <a:r>
              <a:rPr b="1"/>
              <a:t>Punjabi Grill</a:t>
            </a:r>
            <a:br/>
            <a:r>
              <a:rPr/>
              <a:t>Сирипурам, Вишакхапатнам, Андхра-Прадеш 530003</a:t>
            </a:r>
          </a:p>
          <a:p>
            <a:pPr lvl="0" indent="-342900" marL="342900">
              <a:buAutoNum type="arabicPeriod"/>
            </a:pPr>
            <a:r>
              <a:rPr b="1"/>
              <a:t>Ming Garden</a:t>
            </a:r>
            <a:br/>
            <a:r>
              <a:rPr/>
              <a:t>Hotel Daspalla, Сурьябагх, Вишакхапатнам, Андхра-Прадеш 530020</a:t>
            </a:r>
          </a:p>
          <a:p>
            <a:pPr lvl="0" indent="-342900" marL="342900">
              <a:buAutoNum type="arabicPeriod"/>
            </a:pPr>
            <a:r>
              <a:rPr b="1"/>
              <a:t>Flying Spaghetti Monster</a:t>
            </a:r>
            <a:br/>
            <a:r>
              <a:rPr/>
              <a:t>Уолтейр-Мейн-роуд, Вишакхапатнам, Андхра-Прадеш 530002</a:t>
            </a:r>
          </a:p>
          <a:p>
            <a:pPr lvl="0" indent="-342900" marL="342900">
              <a:buAutoNum type="arabicPeriod"/>
            </a:pPr>
            <a:r>
              <a:rPr b="1"/>
              <a:t>Subbayya Gari Hotel</a:t>
            </a:r>
            <a:br/>
            <a:r>
              <a:rPr/>
              <a:t>Асилметта, Вишакхапатнам, Андхра-Прадеш 530016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Патна — Бихар</a:t>
            </a:r>
          </a:p>
          <a:p>
            <a:pPr lvl="0" indent="-342900" marL="342900">
              <a:buAutoNum type="arabicPeriod"/>
            </a:pPr>
            <a:r>
              <a:rPr b="1"/>
              <a:t>Bansi Vihar</a:t>
            </a:r>
            <a:br/>
            <a:r>
              <a:rPr/>
              <a:t>Фрейзер-роуд,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Biryani Mahal</a:t>
            </a:r>
            <a:br/>
            <a:r>
              <a:rPr/>
              <a:t>Экзибишн-роуд,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Kapildev’s Elevens</a:t>
            </a:r>
            <a:br/>
            <a:r>
              <a:rPr/>
              <a:t>Нью-Дак-Бунгало-роуд,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Pind Balluchi</a:t>
            </a:r>
            <a:br/>
            <a:r>
              <a:rPr/>
              <a:t>Maurya Lok Complex,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The Yellow Chilli</a:t>
            </a:r>
            <a:br/>
            <a:r>
              <a:rPr/>
              <a:t>Саут-Ганди-Майдан,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Royal Residency</a:t>
            </a:r>
            <a:br/>
            <a:r>
              <a:rPr/>
              <a:t>Кидваипури,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17 Degrees</a:t>
            </a:r>
            <a:br/>
            <a:r>
              <a:rPr/>
              <a:t>Ист-Боринг-Канал-роуд,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Crown Castle Restaurant</a:t>
            </a:r>
            <a:br/>
            <a:r>
              <a:rPr/>
              <a:t>Джагдео-Патх, Бейли-роуд, Патна, Бихар 800014</a:t>
            </a:r>
          </a:p>
          <a:p>
            <a:pPr lvl="0" indent="-342900" marL="342900">
              <a:buAutoNum type="arabicPeriod"/>
            </a:pPr>
            <a:r>
              <a:rPr b="1"/>
              <a:t>Biryani Mahal</a:t>
            </a:r>
            <a:br/>
            <a:r>
              <a:rPr/>
              <a:t>Боринг-роуд,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Foresta Cafe</a:t>
            </a:r>
            <a:br/>
            <a:r>
              <a:rPr/>
              <a:t>Боринг-роуд, Шри-Кришна-Пури,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Indian Summer Café</a:t>
            </a:r>
            <a:br/>
            <a:r>
              <a:rPr/>
              <a:t>Шри-Кришна-Нагар, Патна, Бихар 800001</a:t>
            </a:r>
          </a:p>
          <a:p>
            <a:pPr lvl="0" indent="-342900" marL="342900">
              <a:buAutoNum type="arabicPeriod"/>
            </a:pPr>
            <a:r>
              <a:rPr b="1"/>
              <a:t>Mainland China</a:t>
            </a:r>
            <a:br/>
            <a:r>
              <a:rPr/>
              <a:t>Боринг-роуд, Патна, Бихар 800001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Вадодара (Барода) — Гуджарат</a:t>
            </a:r>
          </a:p>
          <a:p>
            <a:pPr lvl="0" indent="-342900" marL="342900">
              <a:buAutoNum type="arabicPeriod"/>
            </a:pPr>
            <a:r>
              <a:rPr b="1"/>
              <a:t>Mandap – Express Hotel</a:t>
            </a:r>
            <a:br/>
            <a:r>
              <a:rPr/>
              <a:t>R.C.-Датт-роуд, Алкапури, Вадодара, Гуджарат 390007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Алкапури, Вадодара, Гуджарат 390007</a:t>
            </a:r>
          </a:p>
          <a:p>
            <a:pPr lvl="0" indent="-342900" marL="342900">
              <a:buAutoNum type="arabicPeriod"/>
            </a:pPr>
            <a:r>
              <a:rPr b="1"/>
              <a:t>22nd Parallel</a:t>
            </a:r>
            <a:br/>
            <a:r>
              <a:rPr/>
              <a:t>Фатехгандж, Вадодара, Гуджарат 390002</a:t>
            </a:r>
          </a:p>
          <a:p>
            <a:pPr lvl="0" indent="-342900" marL="342900">
              <a:buAutoNum type="arabicPeriod"/>
            </a:pPr>
            <a:r>
              <a:rPr b="1"/>
              <a:t>Sasuma Gujarati Thali</a:t>
            </a:r>
            <a:br/>
            <a:r>
              <a:rPr/>
              <a:t>Акота, Вадодара, Гуджарат 390020</a:t>
            </a:r>
          </a:p>
          <a:p>
            <a:pPr lvl="0" indent="-342900" marL="342900">
              <a:buAutoNum type="arabicPeriod"/>
            </a:pPr>
            <a:r>
              <a:rPr b="1"/>
              <a:t>Kai Asia – Sayaji Hotel</a:t>
            </a:r>
            <a:br/>
            <a:r>
              <a:rPr/>
              <a:t>Саяджигандж, Вадодара, Гуджарат 390020</a:t>
            </a:r>
          </a:p>
          <a:p>
            <a:pPr lvl="0" indent="-342900" marL="342900">
              <a:buAutoNum type="arabicPeriod"/>
            </a:pPr>
            <a:r>
              <a:rPr b="1"/>
              <a:t>Havmor Restaurant</a:t>
            </a:r>
            <a:br/>
            <a:r>
              <a:rPr/>
              <a:t>Алкапури, Вадодара, Гуджарат 390007</a:t>
            </a:r>
          </a:p>
          <a:p>
            <a:pPr lvl="0" indent="-342900" marL="342900">
              <a:buAutoNum type="arabicPeriod"/>
            </a:pPr>
            <a:r>
              <a:rPr b="1"/>
              <a:t>The Grand Thakar</a:t>
            </a:r>
            <a:br/>
            <a:r>
              <a:rPr/>
              <a:t>Акота, Вадодара, Гуджарат 390020</a:t>
            </a:r>
          </a:p>
          <a:p>
            <a:pPr lvl="0" indent="-342900" marL="342900">
              <a:buAutoNum type="arabicPeriod"/>
            </a:pPr>
            <a:r>
              <a:rPr b="1"/>
              <a:t>Mosaic – Vivanta Vadodara</a:t>
            </a:r>
            <a:br/>
            <a:r>
              <a:rPr/>
              <a:t>Акота, Вадодара, Гуджарат 390020</a:t>
            </a:r>
          </a:p>
          <a:p>
            <a:pPr lvl="0" indent="-342900" marL="342900">
              <a:buAutoNum type="arabicPeriod"/>
            </a:pPr>
            <a:r>
              <a:rPr b="1"/>
              <a:t>Rajputana</a:t>
            </a:r>
            <a:br/>
            <a:r>
              <a:rPr/>
              <a:t>Фатехгандж, Вадодара, Гуджарат 390002</a:t>
            </a:r>
          </a:p>
          <a:p>
            <a:pPr lvl="0" indent="-342900" marL="342900">
              <a:buAutoNum type="arabicPeriod"/>
            </a:pPr>
            <a:r>
              <a:rPr b="1"/>
              <a:t>Shree Kathiyawadi Khadki</a:t>
            </a:r>
            <a:br/>
            <a:r>
              <a:rPr/>
              <a:t>Олд-Падра-роуд, Вадодара, Гуджарат 390020</a:t>
            </a:r>
          </a:p>
          <a:p>
            <a:pPr lvl="0" indent="-342900" marL="342900">
              <a:buAutoNum type="arabicPeriod"/>
            </a:pPr>
            <a:r>
              <a:rPr b="1"/>
              <a:t>Indian Curry</a:t>
            </a:r>
            <a:br/>
            <a:r>
              <a:rPr/>
              <a:t>Алкапури, Вадодара, Гуджарат 390007</a:t>
            </a:r>
          </a:p>
          <a:p>
            <a:pPr lvl="0" indent="-342900" marL="342900">
              <a:buAutoNum type="arabicPeriod"/>
            </a:pPr>
            <a:r>
              <a:rPr b="1"/>
              <a:t>Swagat Restaurant</a:t>
            </a:r>
            <a:br/>
            <a:r>
              <a:rPr/>
              <a:t>Вагходия-роуд, Вадодара, Гуджарат 390025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Лудхиана — Пенджаб</a:t>
            </a:r>
          </a:p>
          <a:p>
            <a:pPr lvl="0" indent="-342900" marL="342900">
              <a:buAutoNum type="arabicPeriod"/>
            </a:pPr>
            <a:r>
              <a:rPr b="1"/>
              <a:t>Bistro 226</a:t>
            </a:r>
            <a:br/>
            <a:r>
              <a:rPr/>
              <a:t>Ферозепур-роуд,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Фероз-Ганди-Маркет,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Friends Dhaba</a:t>
            </a:r>
            <a:br/>
            <a:r>
              <a:rPr/>
              <a:t>Клок-Тауэр, Лудхиана, Пенджаб 141008</a:t>
            </a:r>
          </a:p>
          <a:p>
            <a:pPr lvl="0" indent="-342900" marL="342900">
              <a:buAutoNum type="arabicPeriod"/>
            </a:pPr>
            <a:r>
              <a:rPr b="1"/>
              <a:t>Kipps Market</a:t>
            </a:r>
            <a:br/>
            <a:r>
              <a:rPr/>
              <a:t>Сарабха-Нагар,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Bakes n Beans</a:t>
            </a:r>
            <a:br/>
            <a:r>
              <a:rPr/>
              <a:t>Модел-Таун, Лудхиана, Пенджаб 141002</a:t>
            </a:r>
          </a:p>
          <a:p>
            <a:pPr lvl="0" indent="-342900" marL="342900">
              <a:buAutoNum type="arabicPeriod"/>
            </a:pPr>
            <a:r>
              <a:rPr b="1"/>
              <a:t>Colonel’s Cabin</a:t>
            </a:r>
            <a:br/>
            <a:r>
              <a:rPr/>
              <a:t>Модел-Таун, Лудхиана, Пенджаб 141002</a:t>
            </a:r>
          </a:p>
          <a:p>
            <a:pPr lvl="0" indent="-342900" marL="342900">
              <a:buAutoNum type="arabicPeriod"/>
            </a:pPr>
            <a:r>
              <a:rPr b="1"/>
              <a:t>Sagar Ratna</a:t>
            </a:r>
            <a:br/>
            <a:r>
              <a:rPr/>
              <a:t>Сарабха-Нагар-Мейн-Маркет,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Indian Summer</a:t>
            </a:r>
            <a:br/>
            <a:r>
              <a:rPr/>
              <a:t>Модел-Таун-роуд, Лудхиана, Пенджаб 141002</a:t>
            </a:r>
          </a:p>
          <a:p>
            <a:pPr lvl="0" indent="-342900" marL="342900">
              <a:buAutoNum type="arabicPeriod"/>
            </a:pPr>
            <a:r>
              <a:rPr b="1"/>
              <a:t>Pirates of Grill</a:t>
            </a:r>
            <a:br/>
            <a:r>
              <a:rPr/>
              <a:t>Фероз-Ганди-Маркет,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Nik Baker’s</a:t>
            </a:r>
            <a:br/>
            <a:r>
              <a:rPr/>
              <a:t>Ферозепур-роуд,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Bharawan Da Dhaba</a:t>
            </a:r>
            <a:br/>
            <a:r>
              <a:rPr/>
              <a:t>Сивил-Лайнс, Лудхиана, Пенджаб 141001</a:t>
            </a:r>
          </a:p>
          <a:p>
            <a:pPr lvl="0" indent="-342900" marL="342900">
              <a:buAutoNum type="arabicPeriod"/>
            </a:pPr>
            <a:r>
              <a:rPr b="1"/>
              <a:t>Radisson Blu Restaurant</a:t>
            </a:r>
            <a:br/>
            <a:r>
              <a:rPr/>
              <a:t>Ферозепур-роуд, Лудхиана, Пенджаб 141012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Коимбатур — Тамилнад</a:t>
            </a:r>
          </a:p>
          <a:p>
            <a:pPr lvl="0" indent="-342900" marL="342900">
              <a:buAutoNum type="arabicPeriod"/>
            </a:pPr>
            <a:r>
              <a:rPr b="1"/>
              <a:t>Hari Bhavanam</a:t>
            </a:r>
            <a:br/>
            <a:r>
              <a:rPr/>
              <a:t>Вэрайети-Холл-роуд, Коимбатур, Тамилнад 641001</a:t>
            </a:r>
          </a:p>
          <a:p>
            <a:pPr lvl="0" indent="-342900" marL="342900">
              <a:buAutoNum type="arabicPeriod"/>
            </a:pPr>
            <a:r>
              <a:rPr b="1"/>
              <a:t>Annapoorna Gowrishankar</a:t>
            </a:r>
            <a:br/>
            <a:r>
              <a:rPr/>
              <a:t>Кросс-Кат-роуд, Гандипурам, Коимбатур, Тамилнад 641012</a:t>
            </a:r>
          </a:p>
          <a:p>
            <a:pPr lvl="0" indent="-342900" marL="342900">
              <a:buAutoNum type="arabicPeriod"/>
            </a:pPr>
            <a:r>
              <a:rPr b="1"/>
              <a:t>Barbeque Nation</a:t>
            </a:r>
            <a:br/>
            <a:r>
              <a:rPr/>
              <a:t>Авинаши-роуд, Коимбатур, Тамилнад 641004</a:t>
            </a:r>
          </a:p>
          <a:p>
            <a:pPr lvl="0" indent="-342900" marL="342900">
              <a:buAutoNum type="arabicPeriod"/>
            </a:pPr>
            <a:r>
              <a:rPr b="1"/>
              <a:t>Sree Annapoorna Sree Gowrishankar</a:t>
            </a:r>
            <a:br/>
            <a:r>
              <a:rPr/>
              <a:t>RS-Пурам, Коимбатур, Тамилнад 641002</a:t>
            </a:r>
          </a:p>
          <a:p>
            <a:pPr lvl="0" indent="-342900" marL="342900">
              <a:buAutoNum type="arabicPeriod"/>
            </a:pPr>
            <a:r>
              <a:rPr b="1"/>
              <a:t>Junior Kuppanna</a:t>
            </a:r>
            <a:br/>
            <a:r>
              <a:rPr/>
              <a:t>Авинаши-роуд, Коимбатур, Тамилнад 641018</a:t>
            </a:r>
          </a:p>
          <a:p>
            <a:pPr lvl="0" indent="-342900" marL="342900">
              <a:buAutoNum type="arabicPeriod"/>
            </a:pPr>
            <a:r>
              <a:rPr b="1"/>
              <a:t>Shree Anandhaas</a:t>
            </a:r>
            <a:br/>
            <a:r>
              <a:rPr/>
              <a:t>Пиламеду, Коимбатур, Тамилнад 641004</a:t>
            </a:r>
          </a:p>
          <a:p>
            <a:pPr lvl="0" indent="-342900" marL="342900">
              <a:buAutoNum type="arabicPeriod"/>
            </a:pPr>
            <a:r>
              <a:rPr b="1"/>
              <a:t>Pavilion – The Residency</a:t>
            </a:r>
            <a:br/>
            <a:r>
              <a:rPr/>
              <a:t>Авинаши-роуд, Коимбатур, Тамилнад 641018</a:t>
            </a:r>
          </a:p>
          <a:p>
            <a:pPr lvl="0" indent="-342900" marL="342900">
              <a:buAutoNum type="arabicPeriod"/>
            </a:pPr>
            <a:r>
              <a:rPr b="1"/>
              <a:t>Achu Murugan Idli Shop</a:t>
            </a:r>
            <a:br/>
            <a:r>
              <a:rPr/>
              <a:t>Рам-Нагар, Коимбатур, Тамилнад 641009</a:t>
            </a:r>
          </a:p>
          <a:p>
            <a:pPr lvl="0" indent="-342900" marL="342900">
              <a:buAutoNum type="arabicPeriod"/>
            </a:pPr>
            <a:r>
              <a:rPr b="1"/>
              <a:t>Sree Annapoorna Sree Gowrishankar</a:t>
            </a:r>
            <a:br/>
            <a:r>
              <a:rPr/>
              <a:t>Меттупалаям-роуд, Коимбатур, Тамилнад 641011</a:t>
            </a:r>
          </a:p>
          <a:p>
            <a:pPr lvl="0" indent="-342900" marL="342900">
              <a:buAutoNum type="arabicPeriod"/>
            </a:pPr>
            <a:r>
              <a:rPr b="1"/>
              <a:t>Geetha Canteen</a:t>
            </a:r>
            <a:br/>
            <a:r>
              <a:rPr/>
              <a:t>Рейс-Корс-роуд, Коимбатур, Тамилнад 641018</a:t>
            </a:r>
          </a:p>
          <a:p>
            <a:pPr lvl="0" indent="-342900" marL="342900">
              <a:buAutoNum type="arabicPeriod"/>
            </a:pPr>
            <a:r>
              <a:rPr b="1"/>
              <a:t>Kovai Kitchen</a:t>
            </a:r>
            <a:br/>
            <a:r>
              <a:rPr/>
              <a:t>Авинаши-роуд, Коимбатур, Тамилнад 641018</a:t>
            </a:r>
          </a:p>
          <a:p>
            <a:pPr lvl="0" indent="-342900" marL="342900">
              <a:buAutoNum type="arabicPeriod"/>
            </a:pPr>
            <a:r>
              <a:rPr b="1"/>
              <a:t>Royal Cafe – Vivanta</a:t>
            </a:r>
            <a:br/>
            <a:r>
              <a:rPr/>
              <a:t>Рейс-Корс, Коимбатур, Тамилнад 641018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Актуальные адреса и перечень услуг смотрите на </a:t>
            </a:r>
            <a:r>
              <a:rPr i="1">
                <a:hlinkClick r:id="rId2"/>
              </a:rPr>
              <a:t>сайте ZX Bank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2026-09-27T11:00:38Z</dcterms:created>
  <dcterms:modified xsi:type="dcterms:W3CDTF">2026-09-27T11:00:38Z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