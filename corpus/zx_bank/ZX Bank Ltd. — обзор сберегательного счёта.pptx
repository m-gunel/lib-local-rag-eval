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— обзор сберегательного счёта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Сберегательный счёт ZX Bank создан, чтобы сочетать удобство, безопасность и выгодные преимущества, с упором на простой доступ и цифровой банкинг в первую очередь. Ниже вы найдёте подробную информацию об особенностях счёта, порядке оформления, неснижаемом остатке и эксклюзивном приветственном наборе (Savings Account Kit) для новых владельцев счёта.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Особенности сберегательного счёта</a:t>
            </a:r>
          </a:p>
          <a:p>
            <a:pPr lvl="0"/>
            <a:r>
              <a:rPr b="1"/>
              <a:t>Выгодные процентные ставки:</a:t>
            </a:r>
            <a:r>
              <a:rPr/>
              <a:t> Получайте проценты по конкурентной ставке на ежедневный остаток.</a:t>
            </a:r>
          </a:p>
          <a:p>
            <a:pPr lvl="0"/>
            <a:r>
              <a:rPr b="1"/>
              <a:t>Варианты без неснижаемого остатка или с низким неснижаемым остатком:</a:t>
            </a:r>
            <a:r>
              <a:rPr/>
              <a:t> Выберите счёт, который подходит именно вам, и избегайте штрафов.</a:t>
            </a:r>
          </a:p>
          <a:p>
            <a:pPr lvl="0"/>
            <a:r>
              <a:rPr b="1"/>
              <a:t>Мгновенная активация счёта:</a:t>
            </a:r>
            <a:r>
              <a:rPr/>
              <a:t> Благодаря полностью дистанционному открытию счёта (e-KYC) и поддержке на базе ИИ.</a:t>
            </a:r>
          </a:p>
          <a:p>
            <a:pPr lvl="0"/>
            <a:r>
              <a:rPr b="1"/>
              <a:t>Бесплатная международная дебетовая карта:</a:t>
            </a:r>
            <a:r>
              <a:rPr/>
              <a:t> Принимается по всему миру для покупок, путешествий и онлайн-платежей.</a:t>
            </a:r>
          </a:p>
          <a:p>
            <a:pPr lvl="0"/>
            <a:r>
              <a:rPr b="1"/>
              <a:t>Удобный цифровой доступ:</a:t>
            </a:r>
            <a:r>
              <a:rPr/>
              <a:t> Управляйте счётом в мобильном приложении ZX Bank Asia и интернет-банке.</a:t>
            </a:r>
          </a:p>
          <a:p>
            <a:pPr lvl="0"/>
            <a:r>
              <a:rPr b="1"/>
              <a:t>Платежи через UPI и по QR-коду:</a:t>
            </a:r>
            <a:r>
              <a:rPr/>
              <a:t> Быстрые денежные переводы и безопасные платежи где угодно.</a:t>
            </a:r>
          </a:p>
          <a:p>
            <a:pPr lvl="0"/>
            <a:r>
              <a:rPr b="1"/>
              <a:t>Бонусные баллы:</a:t>
            </a:r>
            <a:r>
              <a:rPr/>
              <a:t> Получайте бонусы за все расходные операции.</a:t>
            </a:r>
          </a:p>
          <a:p>
            <a:pPr lvl="0"/>
            <a:r>
              <a:rPr b="1"/>
              <a:t>Надёжно и безопасно:</a:t>
            </a:r>
            <a:r>
              <a:rPr/>
              <a:t> Биометрический вход, управление картой и уведомления об операциях — для вашего спокойствия.</a:t>
            </a:r>
          </a:p>
          <a:p>
            <a:pPr lvl="0"/>
            <a:r>
              <a:rPr b="1"/>
              <a:t>Назначение выгодоприобретателя:</a:t>
            </a:r>
            <a:r>
              <a:rPr/>
              <a:t> Назначьте выгодоприобретателя, чтобы защитить средства на счёте.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Как оформить сберегательный счёт ZX Bank</a:t>
            </a:r>
          </a:p>
          <a:p>
            <a:pPr lvl="0" indent="0" marL="0">
              <a:buNone/>
            </a:pPr>
            <a:r>
              <a:rPr/>
              <a:t>Открыть сберегательный счёт ZX Bank легко — выберите удобный способ: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В мобильном приложении или на сайте</a:t>
            </a:r>
          </a:p>
          <a:p>
            <a:pPr lvl="0"/>
            <a:r>
              <a:rPr/>
              <a:t>Скачайте приложение </a:t>
            </a:r>
            <a:r>
              <a:rPr b="1"/>
              <a:t>ZX Bank Asia</a:t>
            </a:r>
            <a:r>
              <a:rPr/>
              <a:t> (Android/iOS) или зайдите на сайт </a:t>
            </a:r>
            <a:r>
              <a:rPr>
                <a:hlinkClick r:id="rId2"/>
              </a:rPr>
              <a:t>www.zxbank.asia</a:t>
            </a:r>
          </a:p>
          <a:p>
            <a:pPr lvl="0"/>
            <a:r>
              <a:rPr/>
              <a:t>Нажмите «Открыть сберегательный счёт»</a:t>
            </a:r>
          </a:p>
          <a:p>
            <a:pPr lvl="0"/>
            <a:r>
              <a:rPr/>
              <a:t>Укажите свои данные и загрузите необходимые документы (PAN/документ, удостоверяющий личность, документ, подтверждающий адрес)</a:t>
            </a:r>
          </a:p>
          <a:p>
            <a:pPr lvl="0"/>
            <a:r>
              <a:rPr/>
              <a:t>Пройдите e-KYC (электронная идентификация клиента) по видеосвязи или с помощью одноразового пароля Aadhaar</a:t>
            </a:r>
          </a:p>
          <a:p>
            <a:pPr lvl="0"/>
            <a:r>
              <a:rPr/>
              <a:t>Счёт будет активирован за считаные минуты!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В отделении</a:t>
            </a:r>
          </a:p>
          <a:p>
            <a:pPr lvl="0"/>
            <a:r>
              <a:rPr/>
              <a:t>Посетите ближайшее отделение ZX Bank</a:t>
            </a:r>
            <a:br/>
          </a:p>
          <a:p>
            <a:pPr lvl="0"/>
            <a:r>
              <a:rPr/>
              <a:t>Предоставьте документы для идентификации (KYC) вместе с заполненным по всем правилам заявлением</a:t>
            </a:r>
          </a:p>
          <a:p>
            <a:pPr lvl="0"/>
            <a:r>
              <a:rPr/>
              <a:t>Сотрудники помогут пройти e-KYC прямо на месте</a:t>
            </a:r>
          </a:p>
          <a:p>
            <a:pPr lvl="0"/>
            <a:r>
              <a:rPr/>
              <a:t>Сразу получите приветственный набор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Требования к неснижаемому остатку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/>
                <a:gridCol w="2755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Тип счёта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Неснижаемый остаток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Стандартный сберегательный счёт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₹5,000 (Индия) / LKR 3,000 (Шри-Ланка)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Цифровой счёт без неснижаемого остатка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Нет (неснижаемый остаток не требуется)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Пенсионеры/студенты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₹1,000 (Индия)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Примечание:</a:t>
            </a:r>
            <a:r>
              <a:rPr sz="2000"/>
              <a:t> Размер неснижаемого остатка зависит от страны и вида счёта. Подробности уточняйте в вашем отделении или на сайте.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Приветственный набор ZX Bank (Savings Account Kit)</a:t>
            </a:r>
          </a:p>
          <a:p>
            <a:pPr lvl="0" indent="0" marL="0">
              <a:buNone/>
            </a:pPr>
            <a:r>
              <a:rPr/>
              <a:t>Все новые владельцы сберегательного счёта ZX Bank получают эксклюзивный </a:t>
            </a:r>
            <a:r>
              <a:rPr b="1"/>
              <a:t>приветственный набор (Savings Account Kit)</a:t>
            </a:r>
            <a:r>
              <a:rPr/>
              <a:t>, который сделает банковское обслуживание и путешествия ещё удобнее.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Что входит в набор:</a:t>
            </a:r>
          </a:p>
          <a:p>
            <a:pPr lvl="0"/>
            <a:r>
              <a:rPr b="1"/>
              <a:t>Приветственная дорожная сумка:</a:t>
            </a:r>
            <a:r>
              <a:rPr/>
              <a:t> Стильная и прочная сумка — идеальна для ежедневных поездок и путешествий</a:t>
            </a:r>
          </a:p>
          <a:p>
            <a:pPr lvl="0"/>
            <a:r>
              <a:rPr b="1"/>
              <a:t>Универсальный дорожный адаптер «4 вилки, 150 стран»:</a:t>
            </a:r>
            <a:r>
              <a:rPr/>
              <a:t> Универсальный адаптер для розеток 150 стран — то, что нужно для путешествий за границу!</a:t>
            </a:r>
          </a:p>
          <a:p>
            <a:pPr lvl="0"/>
            <a:r>
              <a:rPr b="1"/>
              <a:t>Дебетовая карта:</a:t>
            </a:r>
            <a:r>
              <a:rPr/>
              <a:t> Дебетовая карта с чипом EMV, которую принимают по всему миру</a:t>
            </a:r>
          </a:p>
          <a:p>
            <a:pPr lvl="0"/>
            <a:r>
              <a:rPr b="1"/>
              <a:t>Сберегательная книжка и чековая книжка:</a:t>
            </a:r>
            <a:r>
              <a:rPr/>
              <a:t> Бумажная сберегательная книжка и именная чековая книжка (для некоторых цифровых счетов — по желанию)</a:t>
            </a:r>
          </a:p>
          <a:p>
            <a:pPr lvl="0"/>
            <a:r>
              <a:rPr b="1"/>
              <a:t>Руководство пользователя:</a:t>
            </a:r>
            <a:r>
              <a:rPr/>
              <a:t> Инструкции по подключению мобильного банка/интернет-банка, использованию карты и обращению в службу поддержки клиентов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Нужна помощь?</a:t>
            </a:r>
          </a:p>
          <a:p>
            <a:pPr lvl="0"/>
            <a:r>
              <a:rPr b="1"/>
              <a:t>Напишите Zia:</a:t>
            </a:r>
            <a:r>
              <a:rPr/>
              <a:t> Ваш виртуальный помощник на базе ИИ в мобильном приложении или на сайте</a:t>
            </a:r>
          </a:p>
          <a:p>
            <a:pPr lvl="0"/>
            <a:r>
              <a:rPr/>
              <a:t>Посетите наше отделение или позвоните в службу поддержки клиентов, которая работает 24x7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Откройте сберегательный счёт ZX Bank уже сегодня — пользуйтесь банком без лишних усилий, получайте приятные бонусы и эксклюзивные привилегии для путешествий!</a:t>
            </a:r>
          </a:p>
          <a:p>
            <a:pPr lvl="0" indent="0" marL="1270000">
              <a:buNone/>
            </a:pPr>
            <a:r>
              <a:rPr sz="2000" i="1"/>
              <a:t>Чтобы узнать подробности, зайдите на сайт </a:t>
            </a:r>
            <a:r>
              <a:rPr sz="2000" i="1">
                <a:hlinkClick r:id="rId2"/>
              </a:rPr>
              <a:t>www.zxbank.asia</a:t>
            </a:r>
            <a:r>
              <a:rPr sz="2000" i="1"/>
              <a:t> или скачайте ZX Bank Asia в магазине приложений.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2026-09-27T11:01:15Z</dcterms:created>
  <dcterms:modified xsi:type="dcterms:W3CDTF">2026-09-27T11:01:15Z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