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busines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— кредиты для бизнеса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поддерживает предпринимателей, малый бизнес и крупные компании по всей Южной Азии, предлагая полный спектр </a:t>
            </a:r>
            <a:r>
              <a:rPr b="1"/>
              <a:t>кредитов для бизнеса</a:t>
            </a:r>
            <a:r>
              <a:rPr/>
              <a:t>, созданных для роста, инноваций и устойчивости.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Почему стоит оформить кредит для бизнеса в ZX Bank?</a:t>
            </a:r>
          </a:p>
          <a:p>
            <a:pPr lvl="0"/>
            <a:r>
              <a:rPr b="1"/>
              <a:t>Присутствие по всей Южной Азии</a:t>
            </a:r>
            <a:r>
              <a:rPr/>
              <a:t>: кредитные решения в Индии, Шри-Ланке, Бангладеш, Бутане и Непале.</a:t>
            </a:r>
          </a:p>
          <a:p>
            <a:pPr lvl="0"/>
            <a:r>
              <a:rPr b="1"/>
              <a:t>Быстрое одобрение</a:t>
            </a:r>
            <a:r>
              <a:rPr/>
              <a:t>: упрощённое прохождение e-KYC и онлайн-подача заявки.</a:t>
            </a:r>
          </a:p>
          <a:p>
            <a:pPr lvl="0"/>
            <a:r>
              <a:rPr b="1"/>
              <a:t>Индивидуальные решения</a:t>
            </a:r>
            <a:r>
              <a:rPr/>
              <a:t>: продукты для МСП (малого и среднего бизнеса), крупных компаний, экспортёров и бизнеса, возглавляемого женщинами.</a:t>
            </a:r>
          </a:p>
          <a:p>
            <a:pPr lvl="0"/>
            <a:r>
              <a:rPr b="1"/>
              <a:t>Гибкое погашение</a:t>
            </a:r>
            <a:r>
              <a:rPr/>
              <a:t>: варианты погашения с учётом цикла ваших денежных потоков.</a:t>
            </a:r>
          </a:p>
          <a:p>
            <a:pPr lvl="0"/>
            <a:r>
              <a:rPr b="1"/>
              <a:t>Цифровой банкинг</a:t>
            </a:r>
            <a:r>
              <a:rPr/>
              <a:t>: управляйте кредитом в приложении ZX Bank Asia или интернет-банке.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Какие кредиты для бизнеса мы предлагаем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Кредиты на пополнение оборотных средств</a:t>
            </a:r>
          </a:p>
          <a:p>
            <a:pPr lvl="0" indent="0" marL="1270000">
              <a:buNone/>
            </a:pPr>
            <a:r>
              <a:rPr sz="2000"/>
              <a:t>Покрывайте текущие расходы, закупайте товарные запасы, финансируйте дебиторскую задолженность или операционную деятельность.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Срочные кредиты</a:t>
            </a:r>
          </a:p>
          <a:p>
            <a:pPr lvl="0" indent="0" marL="1270000">
              <a:buNone/>
            </a:pPr>
            <a:r>
              <a:rPr sz="2000"/>
              <a:t>Для расширения бизнеса, покупки активов или развития инфраструктуры. Доступны как на короткий, так и на длительный срок.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Кредиты для МСП</a:t>
            </a:r>
          </a:p>
          <a:p>
            <a:pPr lvl="0" indent="0" marL="1270000">
              <a:buNone/>
            </a:pPr>
            <a:r>
              <a:rPr sz="2000"/>
              <a:t>Специальная категория для микро-, малых и средних предприятий: минимум документов и выгодные ставки.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Решения в сфере торгового финансирования</a:t>
            </a:r>
          </a:p>
          <a:p>
            <a:pPr lvl="0" indent="0" marL="1270000">
              <a:buNone/>
            </a:pPr>
            <a:r>
              <a:rPr sz="2000"/>
              <a:t>Аккредитивы, банковские гарантии, учёт векселей и другое финансирование экспорта/импорта.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Кредиты для поддержки женщин</a:t>
            </a:r>
          </a:p>
          <a:p>
            <a:pPr lvl="0" indent="0" marL="1270000">
              <a:buNone/>
            </a:pPr>
            <a:r>
              <a:rPr sz="2000"/>
              <a:t>Специальные кредиты для женщин-предпринимателей и бизнеса, возглавляемого женщинами, по всей Южной Азии.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Зелёные кредиты и кредиты на устойчивое развитие</a:t>
            </a:r>
          </a:p>
          <a:p>
            <a:pPr lvl="0" indent="0" marL="1270000">
              <a:buNone/>
            </a:pPr>
            <a:r>
              <a:rPr sz="2000"/>
              <a:t>Финансирование возобновляемой энергетики, экологичной инфраструктуры и климатически ориентированных бизнес-инициатив.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оформить?</a:t>
            </a:r>
          </a:p>
          <a:p>
            <a:pPr lvl="0" indent="-342900" marL="342900">
              <a:buAutoNum type="arabicPeriod"/>
            </a:pPr>
            <a:r>
              <a:rPr b="1"/>
              <a:t>Обращение:</a:t>
            </a:r>
            <a:r>
              <a:rPr/>
              <a:t> посетите любое отделение ZX Bank в вашей стране или подайте заявку онлайн через </a:t>
            </a:r>
            <a:r>
              <a:rPr>
                <a:hlinkClick r:id="rId2"/>
              </a:rPr>
              <a:t>приложение ZX Bank Asia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Требования к заявителю:</a:t>
            </a:r>
            <a:r>
              <a:rPr/>
              <a:t> могут применяться следующие условия —</a:t>
            </a:r>
          </a:p>
          <a:p>
            <a:pPr lvl="1"/>
            <a:r>
              <a:rPr/>
              <a:t>Индивидуальные предприятия, партнёрства, частные/публичные компании с ограниченной ответственностью, стартапы, женщины-предприниматели</a:t>
            </a:r>
          </a:p>
          <a:p>
            <a:pPr lvl="1"/>
            <a:r>
              <a:rPr/>
              <a:t>Соответствие требованиям банка по KYC и кредитным критериям</a:t>
            </a:r>
          </a:p>
          <a:p>
            <a:pPr lvl="0" indent="-342900" marL="342900">
              <a:buAutoNum type="arabicPeriod"/>
            </a:pPr>
            <a:r>
              <a:rPr b="1"/>
              <a:t>Документы:</a:t>
            </a:r>
            <a:r>
              <a:rPr/>
              <a:t> простая подача онлайн:</a:t>
            </a:r>
          </a:p>
          <a:p>
            <a:pPr lvl="1"/>
            <a:r>
              <a:rPr/>
              <a:t>Документы, подтверждающие ведение бизнеса, финансовая отчётность, документы для идентификации (KYC), отчёт по проекту (если применимо)</a:t>
            </a:r>
          </a:p>
          <a:p>
            <a:pPr lvl="0" indent="-342900" marL="342900">
              <a:buAutoNum type="arabicPeriod"/>
            </a:pPr>
            <a:r>
              <a:rPr b="1"/>
              <a:t>Одобрение и выдача кредита:</a:t>
            </a:r>
            <a:r>
              <a:rPr/>
              <a:t> ускоренное одобрение и обслуживание с выездом к клиенту для заявителей, соответствующих требованиям.</a:t>
            </a:r>
          </a:p>
          <a:p>
            <a:pPr lvl="0" indent="-342900" marL="342900">
              <a:buAutoNum type="arabicPeriod"/>
            </a:pPr>
            <a:r>
              <a:rPr b="1"/>
              <a:t>Управление:</a:t>
            </a:r>
            <a:r>
              <a:rPr/>
              <a:t> отслеживайте выдачу кредита, ежемесячные платежи (EMI) и выписки в приложении ZX Bank Asia.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Нужна консультация?</a:t>
            </a:r>
          </a:p>
          <a:p>
            <a:pPr lvl="0"/>
            <a:r>
              <a:rPr b="1"/>
              <a:t>Финансовый ИИ-ассистент «Zia»</a:t>
            </a:r>
            <a:r>
              <a:rPr/>
              <a:t>: мгновенно проверьте соответствие требованиям, список необходимых документов и примерный размер ежемесячных платежей (EMI) в приложении ZX Bank Asia.</a:t>
            </a:r>
          </a:p>
          <a:p>
            <a:pPr lvl="0"/>
            <a:r>
              <a:rPr b="1"/>
              <a:t>Выделенные персональные менеджеры</a:t>
            </a:r>
            <a:r>
              <a:rPr/>
              <a:t>: помогут подобрать индивидуальные решения и окажут поддержку на месте.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Развивайте бизнес вместе с ZX Bank</a:t>
            </a:r>
          </a:p>
          <a:p>
            <a:pPr lvl="0" indent="0" marL="0">
              <a:buNone/>
            </a:pPr>
            <a:r>
              <a:rPr/>
              <a:t>От стартапов до крупных корпораций — ZX Bank ваш партнёр в ответственном, быстром и надёжном финансировании бизнеса в Индии, Шри-Ланке, Бангладеш, Бутане и Непале.</a:t>
            </a:r>
          </a:p>
          <a:p>
            <a:pPr lvl="0" indent="0" marL="1270000">
              <a:buNone/>
            </a:pPr>
            <a:r>
              <a:rPr sz="2000" b="1"/>
              <a:t>Готовы расти? </a:t>
            </a:r>
            <a:r>
              <a:rPr sz="2000" b="1">
                <a:hlinkClick r:id="rId2"/>
              </a:rPr>
              <a:t>Оформить заявку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2026-09-27T11:01:28Z</dcterms:created>
  <dcterms:modified xsi:type="dcterms:W3CDTF">2026-09-27T11:01:28Z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