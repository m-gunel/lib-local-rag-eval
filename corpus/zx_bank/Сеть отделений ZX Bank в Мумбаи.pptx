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Сеть отделений ZX Bank в Мумбаи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Мумбаи — финансовый центр Индии, и город занимает центральное место в работе ZX Bank и обслуживании его клиентов. Чтобы охватить весь город и сделать банковское обслуживание удобнее, ZX Bank прочно обосновался во всех основных регионах — Южном, Северном, Восточном, Западном и Центральном Мумбаи. Благодаря сети из 34 удобно расположенных отделений клиенты могут без труда пользоваться услугами розничного бизнеса, корпоративного бизнеса и цифрового банкинга в любой части мегаполиса. Каждое отделение оснащено современной инфраструктурой, а его сотрудники хорошо разбираются в продуктах банка — это подчёркивает стремление ZX Bank сделать банковское обслуживание доступным, удобным и качественным для всех жителей Мумбаи.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Южном Мумбаи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800"/>
                <a:gridCol w="9779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Maker Chambers V, Нариман-Пойнт, Мумбаи 400021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022-24510011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146, M. G.-роуд, Форт, Мумбаи 400001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022-24982255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21/23, K.-Дубаш-марг, Кала-Гхода, Мумбаи 400032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022-22851122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Баллард-Эстейт, Форт, Мумбаи 400038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022-26269988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Нижний этаж, Каф-Парейд, Колаба, Мумбаи 400005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022-22114477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117, Марин-драйв, Черчгейт, Мумбаи 400020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022-22671199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Хаджи-Али, Тардео-роуд, Мумбаи 400034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022-24880044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Северном Мумбаи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00"/>
                <a:gridCol w="1028700"/>
                <a:gridCol w="1092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224, Линк-роуд, Малад (запад), Мумбаи 400064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022-28607744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Рядом с хайвеем, Боривали (восток), Мумбаи 400066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022-28953398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Sai Complex, Мира-роуд (восток), Мумбаи 401107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022-28121234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Шанти-Нагар, Дахисар (восток), Мумбаи 400068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022-28988810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Вестерн-Экспресс-хайвей, Кандивали (восток), 400101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ZXIN0000205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022-28056742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45, SV-роуд, Горегаон (запад), Мумбаи 400104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022-28792211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Чинчоли-Бандер, Малад (запад), Мумбаи 400064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ZXIN0000207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022-28812255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Восточном Мумбаи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00"/>
                <a:gridCol w="1028700"/>
                <a:gridCol w="1092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192, Чембур-Нака, Чембур, Мумбаи 400071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022-25233412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31-A, Гхаткопар (восток), Мумбаи 400075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022-25012144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Истерн-Экспресс-хайвей, Викхроли (восток) 400083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022-25775689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Тагор-Нагар, Викхроли (восток), Мумбаи 400083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022-25968899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199, Пант-Нагар, Гхаткопар (восток), Мумбаи 400075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022-25051199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Амар-Махал, Гхаткопар-Линк-роуд, Чембур 400089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022-25270033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Западном Мумбаи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800"/>
                <a:gridCol w="9779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101, Джуху-Тара-роуд, Сантакруз (запад), Мумбаи 400049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ZXIN0000401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022-26605510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501, SV-роуд, Андхери (запад), Мумбаи 400058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ZXIN0000402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022-26773355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Картер-роуд, Бандра (запад), Мумбаи 400050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ZXIN0000403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022-26487577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Локхандвала-Комплекс, Андхери (запад), Мумбаи 400053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ZXIN0000404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022-26361188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Ошивара, Джогешвари (запад), Мумбаи 400102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ZXIN0000405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022-28756612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Яри-роуд, Версова, Андхери (запад), Мумбаи 400061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ZXIN0000406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022-26338891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S.V.-Пател-Нагар, Кандивали (запад), Мумбаи 400067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ZXIN0000407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022-28093971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Центральном Мумбаи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900"/>
                <a:gridCol w="9525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65, Доктор-Амбедкар-роуд, Парел, Мумбаи 400012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ZXIN0000501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022-24127700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Phoenix Mall, Лоуэр-Парел, Мумбаи 400013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022-24905566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88, LBS-марг, Курла (запад), Мумбаи 400070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ZXIN0000503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022-26519990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Дадар-TT-Сёркл, Дадар (восток), Мумбаи 400014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ZXIN0000504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022-24155322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18, Лалбауг-Маркет, Мумбаи 400033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ZXIN0000505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022-24715586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Сион (восток), Сион-Сёркл, Мумбаи 400022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ZXIN0000506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022-24035511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Матунга (восток), Роуд № 2, Мумбаи 400019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ZXIN0000507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022-24088909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Прабхадеви-роуд, Прабхадеви, Мумбаи 400025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ZXIN0000508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022-24214455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Всего отделений в списке:</a:t>
            </a:r>
            <a:r>
              <a:rPr/>
              <a:t> 34 по всему Мумбаи.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2026-09-27T11:01:08Z</dcterms:created>
  <dcterms:modified xsi:type="dcterms:W3CDTF">2026-09-27T11:01:08Z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