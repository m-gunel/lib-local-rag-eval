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locato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Расположение банкоматов ZX Bank в крупных больницах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Ниже приведён список банкоматов ZX Bank, расположенных в крупных больницах ключевых городов Индии. </a:t>
            </a:r>
            <a:r>
              <a:rPr b="1"/>
              <a:t>(Адреса приведены как реалистичные примеры и могут использоваться в качестве условных.)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Мумбаи, Махараштра</a:t>
            </a:r>
          </a:p>
          <a:p>
            <a:pPr lvl="0"/>
            <a:r>
              <a:rPr b="1"/>
              <a:t>Lilavati Hospital &amp; Research Centre</a:t>
            </a:r>
            <a:br/>
            <a:r>
              <a:rPr/>
              <a:t>A-791, Бандра-Рекламейшн, Бандра (запад), Мумбаи, Махараштра 400050</a:t>
            </a:r>
          </a:p>
          <a:p>
            <a:pPr lvl="0"/>
            <a:r>
              <a:rPr b="1"/>
              <a:t>Kokilaben Dhirubhai Ambani Hospital</a:t>
            </a:r>
            <a:br/>
            <a:r>
              <a:rPr/>
              <a:t>Рао-Сахеб-Ачутрао-Патвардхан-марг, Фор-Бангалоуз, Андхери (запад), Мумбаи, Махараштра 400053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Дели, Национальный столичный округ</a:t>
            </a:r>
          </a:p>
          <a:p>
            <a:pPr lvl="0"/>
            <a:r>
              <a:rPr b="1"/>
              <a:t>Всеиндийский институт медицинских наук (AIIMS)</a:t>
            </a:r>
            <a:br/>
            <a:r>
              <a:rPr/>
              <a:t>Шри-Ауробиндо-марг, Ансари-Нагар, Нью-Дели, Дели 110029</a:t>
            </a:r>
          </a:p>
          <a:p>
            <a:pPr lvl="0"/>
            <a:r>
              <a:rPr b="1"/>
              <a:t>Apollo Hospital</a:t>
            </a:r>
            <a:br/>
            <a:r>
              <a:rPr/>
              <a:t>Матхура-роуд, Сарита-Вихар, Нью-Дели, Дели 110076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Бангалор (Бенгалуру), Карнатака</a:t>
            </a:r>
          </a:p>
          <a:p>
            <a:pPr lvl="0"/>
            <a:r>
              <a:rPr b="1"/>
              <a:t>Manipal Hospital</a:t>
            </a:r>
            <a:br/>
            <a:r>
              <a:rPr/>
              <a:t>98, HAL-Олд-Эйрпорт-роуд, Кодихалли, Бенгалуру, Карнатака 560017</a:t>
            </a:r>
          </a:p>
          <a:p>
            <a:pPr lvl="0"/>
            <a:r>
              <a:rPr b="1"/>
              <a:t>St. John’s Medical College Hospital</a:t>
            </a:r>
            <a:br/>
            <a:r>
              <a:rPr/>
              <a:t>Сарджапур-роуд, Корамангала, Бенгалуру, Карнатака 560034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Хайдарабад, Телангана</a:t>
            </a:r>
          </a:p>
          <a:p>
            <a:pPr lvl="0"/>
            <a:r>
              <a:rPr b="1"/>
              <a:t>Apollo Hospitals Jubilee Hills</a:t>
            </a:r>
            <a:br/>
            <a:r>
              <a:rPr/>
              <a:t>Роуд № 72, Джубили-Хиллс, Хайдарабад, Телангана 500033</a:t>
            </a:r>
          </a:p>
          <a:p>
            <a:pPr lvl="0"/>
            <a:r>
              <a:rPr b="1"/>
              <a:t>Osmania General Hospital</a:t>
            </a:r>
            <a:br/>
            <a:r>
              <a:rPr/>
              <a:t>Афзал-гандж, Хайдарабад, Телангана 500012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Ченнаи, Тамилнад</a:t>
            </a:r>
          </a:p>
          <a:p>
            <a:pPr lvl="0"/>
            <a:r>
              <a:rPr b="1"/>
              <a:t>Apollo Hospitals Greams Road</a:t>
            </a:r>
            <a:br/>
            <a:r>
              <a:rPr/>
              <a:t>21, Гримс-лейн, рядом с Гримс-роуд, Ченнаи, Тамилнад 600006</a:t>
            </a:r>
          </a:p>
          <a:p>
            <a:pPr lvl="0"/>
            <a:r>
              <a:rPr b="1"/>
              <a:t>Government General Hospital</a:t>
            </a:r>
            <a:br/>
            <a:r>
              <a:rPr/>
              <a:t>EVR-Перияр-салай, Парк-Таун, Ченнаи, Тамилнад 600003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Колката, Западная Бенгалия</a:t>
            </a:r>
          </a:p>
          <a:p>
            <a:pPr lvl="0"/>
            <a:r>
              <a:rPr b="1"/>
              <a:t>Apollo Gleneagles Hospitals</a:t>
            </a:r>
            <a:br/>
            <a:r>
              <a:rPr/>
              <a:t>58, Канал-Серкьюлар-роуд, Кадапара, Колката, Западная Бенгалия 700054</a:t>
            </a:r>
          </a:p>
          <a:p>
            <a:pPr lvl="0"/>
            <a:r>
              <a:rPr b="1"/>
              <a:t>Fortis Hospital, Анандапур</a:t>
            </a:r>
            <a:br/>
            <a:r>
              <a:rPr/>
              <a:t>730, E M-Байпас-роуд, Анандапур, Колката, Западная Бенгалия 700107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Пуна, Махараштра</a:t>
            </a:r>
          </a:p>
          <a:p>
            <a:pPr lvl="0"/>
            <a:r>
              <a:rPr b="1"/>
              <a:t>Ruby Hall Clinic</a:t>
            </a:r>
            <a:br/>
            <a:r>
              <a:rPr/>
              <a:t>40, Сассун-роуд, Пуна, Махараштра 411001</a:t>
            </a:r>
          </a:p>
          <a:p>
            <a:pPr lvl="0"/>
            <a:r>
              <a:rPr b="1"/>
              <a:t>Jehangir Hospital</a:t>
            </a:r>
            <a:br/>
            <a:r>
              <a:rPr/>
              <a:t>32, Сассун-роуд, Пуна, Махараштра 411001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Ахмадабад, Гуджарат</a:t>
            </a:r>
          </a:p>
          <a:p>
            <a:pPr lvl="0"/>
            <a:r>
              <a:rPr b="1"/>
              <a:t>CIMS Hospital</a:t>
            </a:r>
            <a:br/>
            <a:r>
              <a:rPr/>
              <a:t>Рядом с Shukan Mall, рядом с Сайенс-Сити-роуд, Сола, Ахмадабад, Гуджарат 380060</a:t>
            </a:r>
          </a:p>
          <a:p>
            <a:pPr lvl="0"/>
            <a:r>
              <a:rPr b="1"/>
              <a:t>Civil Hospital</a:t>
            </a:r>
            <a:br/>
            <a:r>
              <a:rPr/>
              <a:t>Сивил-Хоспитал-роуд, Харипура, Асарва, Ахмадабад, Гуджарат 380016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Сурат, Гуджарат</a:t>
            </a:r>
          </a:p>
          <a:p>
            <a:pPr lvl="0"/>
            <a:r>
              <a:rPr b="1"/>
              <a:t>New Civil Hospital Surat</a:t>
            </a:r>
            <a:br/>
            <a:r>
              <a:rPr/>
              <a:t>Маджурагейт, Ринг-роуд, Сурат, Гуджарат 395001</a:t>
            </a:r>
          </a:p>
          <a:p>
            <a:pPr lvl="0"/>
            <a:r>
              <a:rPr b="1"/>
              <a:t>Apple Hospital</a:t>
            </a:r>
            <a:br/>
            <a:r>
              <a:rPr/>
              <a:t>Удхна-Магдалла-роуд, Бхимрад, Сурат, Гуджарат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Джайпур, Раджастхан</a:t>
            </a:r>
          </a:p>
          <a:p>
            <a:pPr lvl="0"/>
            <a:r>
              <a:rPr b="1"/>
              <a:t>SMS Hospital (Sawai Man Singh)</a:t>
            </a:r>
            <a:br/>
            <a:r>
              <a:rPr/>
              <a:t>Джавахарлал-Неру-марг, Ашок-Нагар, Джайпур, Раджастхан 302004</a:t>
            </a:r>
          </a:p>
          <a:p>
            <a:pPr lvl="0"/>
            <a:r>
              <a:rPr b="1"/>
              <a:t>Fortis Escorts Hospital</a:t>
            </a:r>
            <a:br/>
            <a:r>
              <a:rPr/>
              <a:t>Джавахарлал-Неру-марг, Малвия-Нагар, Джайпур, Раджастхан 302017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Лакхнау, Уттар-Прадеш</a:t>
            </a:r>
          </a:p>
          <a:p>
            <a:pPr lvl="0"/>
            <a:r>
              <a:rPr b="1"/>
              <a:t>Институт медицинских наук последипломного образования имени Санджая Ганди (SGPGIMS)</a:t>
            </a:r>
            <a:br/>
            <a:r>
              <a:rPr/>
              <a:t>Райбарели-роуд, Лакхнау, Уттар-Прадеш 226014</a:t>
            </a:r>
          </a:p>
          <a:p>
            <a:pPr lvl="0"/>
            <a:r>
              <a:rPr b="1"/>
              <a:t>Больница Медицинского университета имени короля Георга (KGMU)</a:t>
            </a:r>
            <a:br/>
            <a:r>
              <a:rPr/>
              <a:t>Чоук, Лакхнау, Уттар-Прадеш 226003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Канпур, Уттар-Прадеш</a:t>
            </a:r>
          </a:p>
          <a:p>
            <a:pPr lvl="0"/>
            <a:r>
              <a:rPr b="1"/>
              <a:t>Regency Hospital</a:t>
            </a:r>
            <a:br/>
            <a:r>
              <a:rPr/>
              <a:t>A-2, Сарводая-Нагар, Канпур, Уттар-Прадеш 208005</a:t>
            </a:r>
          </a:p>
          <a:p>
            <a:pPr lvl="0"/>
            <a:r>
              <a:rPr b="1"/>
              <a:t>Lala Lajpat Rai Hospital (Hallet Hospital)</a:t>
            </a:r>
            <a:br/>
            <a:r>
              <a:rPr/>
              <a:t>Сваруп-Нагар, Канпур, Уттар-Прадеш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Нагпур, Махараштра</a:t>
            </a:r>
          </a:p>
          <a:p>
            <a:pPr lvl="0"/>
            <a:r>
              <a:rPr b="1"/>
              <a:t>Government Medical College &amp; Hospital</a:t>
            </a:r>
            <a:br/>
            <a:r>
              <a:rPr/>
              <a:t>Медикал-Сквер, Хануман-Нагар, Нагпур, Махараштра 440003</a:t>
            </a:r>
          </a:p>
          <a:p>
            <a:pPr lvl="0"/>
            <a:r>
              <a:rPr b="1"/>
              <a:t>Wockhardt Hospital</a:t>
            </a:r>
            <a:br/>
            <a:r>
              <a:rPr/>
              <a:t>1642, Сентрал-Базар-роуд, Рамдаспетх, Нагпур, Махараштра 440010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Индаур, Мадхья-Прадеш</a:t>
            </a:r>
          </a:p>
          <a:p>
            <a:pPr lvl="0"/>
            <a:r>
              <a:rPr b="1"/>
              <a:t>Bombay Hospital</a:t>
            </a:r>
            <a:br/>
            <a:r>
              <a:rPr/>
              <a:t>Ринг-роуд, Индаур, Мадхья-Прадеш 452010</a:t>
            </a:r>
          </a:p>
          <a:p>
            <a:pPr lvl="0"/>
            <a:r>
              <a:rPr b="1"/>
              <a:t>CHL Hospital</a:t>
            </a:r>
            <a:br/>
            <a:r>
              <a:rPr/>
              <a:t>A.B.-роуд, L.I.G.-Сквер, Индаур, Мадхья-Прадеш 452008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Бхопал, Мадхья-Прадеш</a:t>
            </a:r>
          </a:p>
          <a:p>
            <a:pPr lvl="0"/>
            <a:r>
              <a:rPr b="1"/>
              <a:t>Всеиндийский институт медицинских наук Бхопала (AIIMS Bhopal)</a:t>
            </a:r>
            <a:br/>
            <a:r>
              <a:rPr/>
              <a:t>Сакет-Нагар, Бхопал, Мадхья-Прадеш 462020</a:t>
            </a:r>
          </a:p>
          <a:p>
            <a:pPr lvl="0"/>
            <a:r>
              <a:rPr b="1"/>
              <a:t>Bansal Hospital</a:t>
            </a:r>
            <a:br/>
            <a:r>
              <a:rPr/>
              <a:t>Шахпура, Бхопал, Мадхья-Прадеш 462016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Вишакхапатнам, Андхра-Прадеш</a:t>
            </a:r>
          </a:p>
          <a:p>
            <a:pPr lvl="0"/>
            <a:r>
              <a:rPr b="1"/>
              <a:t>Apollo Hospitals Health City</a:t>
            </a:r>
            <a:br/>
            <a:r>
              <a:rPr/>
              <a:t>Арилова, Вишакхапатнам, Андхра-Прадеш 530040</a:t>
            </a:r>
          </a:p>
          <a:p>
            <a:pPr lvl="0"/>
            <a:r>
              <a:rPr b="1"/>
              <a:t>King George Hospital</a:t>
            </a:r>
            <a:br/>
            <a:r>
              <a:rPr/>
              <a:t>Махаранипета, Вишакхапатнам, Андхра-Прадеш 530002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Патна, Бихар</a:t>
            </a:r>
          </a:p>
          <a:p>
            <a:pPr lvl="0"/>
            <a:r>
              <a:rPr b="1"/>
              <a:t>Институт медицинских наук имени Индиры Ганди (IGIMS)</a:t>
            </a:r>
            <a:br/>
            <a:r>
              <a:rPr/>
              <a:t>Шейкхпура, Патна, Бихар 800014</a:t>
            </a:r>
          </a:p>
          <a:p>
            <a:pPr lvl="0"/>
            <a:r>
              <a:rPr b="1"/>
              <a:t>Paras HMRI Hospital</a:t>
            </a:r>
            <a:br/>
            <a:r>
              <a:rPr/>
              <a:t>NH 30, Бейли-роуд, Патна, Бихар 801503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Вадодара (Барода), Гуджарат</a:t>
            </a:r>
          </a:p>
          <a:p>
            <a:pPr lvl="0"/>
            <a:r>
              <a:rPr b="1"/>
              <a:t>Sterling Hospital</a:t>
            </a:r>
            <a:br/>
            <a:r>
              <a:rPr/>
              <a:t>Рейс-Корс-Сёркл, Вадодара, Гуджарат 390007</a:t>
            </a:r>
          </a:p>
          <a:p>
            <a:pPr lvl="0"/>
            <a:r>
              <a:rPr b="1"/>
              <a:t>S.S.G. Hospital (Sir Sayajirao General Hospital)</a:t>
            </a:r>
            <a:br/>
            <a:r>
              <a:rPr/>
              <a:t>Джейл-роуд, напротив Kirti Mandir, Вадодара, Гуджарат 390001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Лудхиана, Пенджаб</a:t>
            </a:r>
          </a:p>
          <a:p>
            <a:pPr lvl="0"/>
            <a:r>
              <a:rPr b="1"/>
              <a:t>Dayanand Medical College and Hospital (DMCH)</a:t>
            </a:r>
            <a:br/>
            <a:r>
              <a:rPr/>
              <a:t>Сивил-Лайнс, Тагор-Нагар, Лудхиана, Пенджаб 141001</a:t>
            </a:r>
          </a:p>
          <a:p>
            <a:pPr lvl="0"/>
            <a:r>
              <a:rPr b="1"/>
              <a:t>Fortis Hospital Ludhiana</a:t>
            </a:r>
            <a:br/>
            <a:r>
              <a:rPr/>
              <a:t>Чандигарх-роуд, Лудхиана, Пенджаб 141010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Коимбатур, Тамилнад</a:t>
            </a:r>
          </a:p>
          <a:p>
            <a:pPr lvl="0"/>
            <a:r>
              <a:rPr b="1"/>
              <a:t>Kovai Medical Center and Hospital (KMCH)</a:t>
            </a:r>
            <a:br/>
            <a:r>
              <a:rPr/>
              <a:t>Авинаши-роуд, Коимбатур, Тамилнад 641014</a:t>
            </a:r>
          </a:p>
          <a:p>
            <a:pPr lvl="0"/>
            <a:r>
              <a:rPr b="1"/>
              <a:t>PSG Hospitals</a:t>
            </a:r>
            <a:br/>
            <a:r>
              <a:rPr/>
              <a:t>Пиламеду, Коимбатур, Тамилнад 641004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Примечание:</a:t>
            </a:r>
            <a:r>
              <a:rPr sz="2000"/>
              <a:t> наличие и расположение банкоматов могут меняться. Актуальную информацию уточняйте в </a:t>
            </a:r>
            <a:r>
              <a:rPr sz="2000">
                <a:hlinkClick r:id="rId2"/>
              </a:rPr>
              <a:t>сервисе поиска отделений и банкоматов ZX Bank Asia</a:t>
            </a:r>
            <a:r>
              <a:rPr sz="2000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2026-09-27T11:00:33Z</dcterms:created>
  <dcterms:modified xsi:type="dcterms:W3CDTF">2026-09-27T11:00:33Z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