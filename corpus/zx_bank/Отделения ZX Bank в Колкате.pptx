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Отделения ZX Bank в Колкате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Колката — культурный и финансовый центр Восточной Индии с развитой банковской инфраструктурой, которую поддерживает растущая сеть ZX Bank. Чтобы удовлетворять разнообразные потребности частных лиц и компаний, ZX Bank стратегически распределил свои отделения по основным районам города — Северной, Южной, Восточной, Западной и Центральной Колкате. Это обеспечивает жителям, владельцам бизнеса и гостям города удобный доступ к услугам розничного бизнеса, цифрового банкинга и корпоративного бизнеса на всей территории агломерации.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Северная Колката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700"/>
                <a:gridCol w="9017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17A, APC-роуд, Маниктала, Колката 700009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033-2451 1201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56/2, B.T.-роуд, Баранагар, Колката 700090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033-2565 4490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 Бидхан-Сарани, Шьямбазар, Колката 700004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033-2337 7210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129, Раджа-Динендра-стрит, Белгачия, Колката 700037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ZXIN0002004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033-2557 4043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Южная Колката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700"/>
                <a:gridCol w="9017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3/4, Гариахат-роуд, Балигандж, Колката 700019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033-2460 0150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184, Рашбехари-авеню, Толлигандж, Колката 700033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033-2414 6075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78, Принс-Анвар-Шах-роуд, Джадавпур, Колката 700045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033-2413 8192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33, NSC-Бос-роуд, Нетаджи-Нагар, Колката 700040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033-2425 8041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Восточная Колката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700"/>
                <a:gridCol w="9017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88, Солт-Лейк, сектор II, Колката 700091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033-2358 4463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 EM-Байпас, Анандапур, Колката 700107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033-2443 9805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 VIP-роуд, Кестопур, Колката 700102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033-2574 0025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Западная Колката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700"/>
                <a:gridCol w="9017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6/2, Сарат-Бос-роуд, Бехала, Колката 700034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033-2468 5924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43, Андул-роуд, Хаора-Майдан, Хаора 711102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033-2641 7882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112, Джеймс-Лонг-Сарани, Бариша, Колката 700008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ZXIN0002303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033-2407 3813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Центральная Колката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700"/>
                <a:gridCol w="9017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Парк-стрит, Колката 700016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033-2228 4571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 Чоуринги-роуд, Эспланада, Колката 700013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ZXIN0002402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033-2217 3649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35, Ленин-Сарани, Дхарматала, Колката 700013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033-2252 3542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2026-09-27T11:00:55Z</dcterms:created>
  <dcterms:modified xsi:type="dcterms:W3CDTF">2026-09-27T11:00:55Z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