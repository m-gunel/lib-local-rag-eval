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9" Type="http://schemas.openxmlformats.org/officeDocument/2006/relationships/viewProps" Target="viewProps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Сеть отделений ZX Bank в Сурате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стремится предоставлять доступные и надёжные банковские услуги по всему Сурату — одному из самых быстрорастущих городских центров Гуджарата. Благодаря разветвлённой сети, которая охватывает Северный, Южный, Восточный, Западный и Центральный районы города, ZX Bank гарантирует частным клиентам и бизнесу удобный доступ к современным финансовым решениям рядом с домом. Каждое отделение предлагает полный спектр розничных, корпоративных и цифровых услуг — с поддержкой опытных сотрудников и современной банковской инфраструктуры.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Северный Сурат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8890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12-14, North Plaza, Ададжан-роуд, Ададжан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0261-2980111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2-й этаж, Vrundavan Complex, Пал-Гам, Северный Сурат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0261-2980222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G-6, Golden Arcade, L.P.-Савани-роуд, Сурат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0261-2980333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F-5, Shree Hallmark, Нана-Варачха-Мейн-роуд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ZXIN0001014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0261-2980444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Южный Сурат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8890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3-5, Shubham Plaza, Удхна-Мейн-роуд, Удхна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0261-2550111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1-й этаж, Aryaman Mall, Годадара-роуд, Южный Сурат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0261-2550222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Участок 22, Shiv Nagar Society, Бхестан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ZXIN0002013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0261-2550333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Восточный Сурат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8890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Нижний этаж, Манекджи-Шери, Катаргам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0261-2400111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6, Siddhi Mall, Варачха-роуд, Восточный Сурат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0261-2400222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F-9, Satkar Shopping Centre, Пуна-Гам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0261-2400333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F-12, Ambika Complex, Вед-роуд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ZXIN0003014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0261-2400444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Западный Сурат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8890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21, Raj Residency, Гход-Дод-роуд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0261-2210111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101, Suryadaya Complex, Весу-Мейн-роуд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0261-2210222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FF-10, Crystal Arcade, Пиплод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ZXIN0004013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0261-2210333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Центральный Сурат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1500"/>
                <a:gridCol w="889000"/>
                <a:gridCol w="1104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Адрес отделения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Код IFSC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Контактный телефон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1-й этаж, Sagar Building, Чоук-Базар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ZXIN0005011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0261-2310111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Помещение 7, Surya Towers, Ринг-роуд, рядом с Текстайлс-Маркет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ZXIN0005012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0261-2310222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F-3, Sukhsagar Complex, Нанпура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ZXIN0005013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0261-2310333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Нижний этаж, Мехул-Нагар, район железнодорожного вокзала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ZXIN0005014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0261-2310444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2026-09-27T11:01:17Z</dcterms:created>
  <dcterms:modified xsi:type="dcterms:W3CDTF">2026-09-27T11:01:17Z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