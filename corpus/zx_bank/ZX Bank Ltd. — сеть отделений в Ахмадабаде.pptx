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— сеть отделений в Ахмадабаде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Ахмадабад — крупный финансовый и коммерческий центр Западной Индии, и ZX Bank Ltd. обеспечивает надёжную доступность банковских услуг по всему городу. Благодаря стратегически распределённой сети отделения ZX Bank обслуживают клиентов розничного бизнеса, корпоративного бизнеса и цифрового банкинга в Северном, Южном, Восточном, Западном и Центральном Ахмадабаде. В таблицах ниже перечислены наши 17 отделений, благодаря которым банковские услуги мирового уровня и удобные финансовые решения легко доступны всем жителям и компаниям Ахмадабада.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Северный Ахмадабад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400"/>
                <a:gridCol w="9271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21, Наранпура-Мейн-роуд, Наранпура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GF, Surya Plaza, Сола-роуд, Чандлодия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Shukan City, Ранип-Бридж, Ранип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079-29811013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Южный Ахмадабад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400"/>
                <a:gridCol w="9271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101, Манинагар-Стейшн-роуд, Манинагар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8, GIDC Estate, Ватва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 Avni Arcade, Исанпур-Кросс-роуд, Исанпур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079-29811023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Восточный Ахмадабад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400"/>
                <a:gridCol w="9271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 Народа-роуд, Хансол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112, Чинтамани-Нагар, Бапунагар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2, Сваминараян-авеню, Никол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45, Нава-Народа-Сёркл, Нава-Народа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079-29811034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Западный Ахмадабад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400"/>
                <a:gridCol w="9271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23, Ананднагар-Мейн-роуд, Сателлайт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711, Шьямал-Кросс-роуд, Васна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14, Aryaman Complex, Бодакдев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079-29811043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3, S. G.-хайвей, Талтедж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079-29811044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Центральный Ахмадабад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400"/>
                <a:gridCol w="9271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1-й этаж, City Heart, C.G.-роуд, Наврангпура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17, Рилиф-роуд, Лал-Дарваза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Нижний этаж, Lotus Plaza, Ашрам-роуд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079-29811053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Чтобы узнать больше, посетите сайт </a:t>
            </a:r>
            <a:r>
              <a:rPr i="1">
                <a:hlinkClick r:id="rId2"/>
              </a:rPr>
              <a:t>ZX Bank Ltd.</a:t>
            </a:r>
            <a:r>
              <a:rPr i="1"/>
              <a:t> или обратитесь в ближайшее отделение из списка выше.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2026-09-27T11:00:43Z</dcterms:created>
  <dcterms:modified xsi:type="dcterms:W3CDTF">2026-09-27T11:00:43Z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