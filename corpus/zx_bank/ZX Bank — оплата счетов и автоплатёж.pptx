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support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— оплата счетов и автоплатёж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стремится упростить управление вашими счетами с помощью надёжных функций </a:t>
            </a:r>
            <a:r>
              <a:rPr b="1"/>
              <a:t>оплаты счетов</a:t>
            </a:r>
            <a:r>
              <a:rPr/>
              <a:t> и </a:t>
            </a:r>
            <a:r>
              <a:rPr b="1"/>
              <a:t>автоплатежа</a:t>
            </a:r>
            <a:r>
              <a:rPr/>
              <a:t>, доступных в </a:t>
            </a:r>
            <a:r>
              <a:rPr>
                <a:hlinkClick r:id="rId2"/>
              </a:rPr>
              <a:t>мобильном приложении ZX Bank Asia</a:t>
            </a:r>
            <a:r>
              <a:rPr/>
              <a:t>, интернет-банке и сети отделений.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Доступные категории оплаты счетов</a:t>
            </a:r>
          </a:p>
          <a:p>
            <a:pPr lvl="0"/>
            <a:r>
              <a:rPr b="1"/>
              <a:t>Кредитные карты</a:t>
            </a:r>
            <a:r>
              <a:rPr/>
              <a:t> (ZX Bank и других банков)</a:t>
            </a:r>
          </a:p>
          <a:p>
            <a:pPr lvl="0"/>
            <a:r>
              <a:rPr b="1"/>
              <a:t>Мобильная связь/постоплатные счета</a:t>
            </a:r>
          </a:p>
          <a:p>
            <a:pPr lvl="0"/>
            <a:r>
              <a:rPr b="1"/>
              <a:t>Пополнение баланса мобильного телефона по предоплатному тарифу</a:t>
            </a:r>
          </a:p>
          <a:p>
            <a:pPr lvl="0"/>
            <a:r>
              <a:rPr b="1"/>
              <a:t>Спутниковое ТВ (DTH)</a:t>
            </a:r>
          </a:p>
          <a:p>
            <a:pPr lvl="0"/>
            <a:r>
              <a:rPr b="1"/>
              <a:t>Домашний интернет и стационарный телефон</a:t>
            </a:r>
          </a:p>
          <a:p>
            <a:pPr lvl="0"/>
            <a:r>
              <a:rPr b="1"/>
              <a:t>Электроэнергия, вода и газ</a:t>
            </a:r>
          </a:p>
          <a:p>
            <a:pPr lvl="0"/>
            <a:r>
              <a:rPr b="1"/>
              <a:t>Страховые премии</a:t>
            </a:r>
          </a:p>
          <a:p>
            <a:pPr lvl="0"/>
            <a:r>
              <a:rPr b="1"/>
              <a:t>Оплата обучения</a:t>
            </a:r>
          </a:p>
          <a:p>
            <a:pPr lvl="0"/>
            <a:r>
              <a:rPr b="1"/>
              <a:t>Муниципальные налоги</a:t>
            </a:r>
            <a:br/>
          </a:p>
          <a:p>
            <a:pPr lvl="0"/>
            <a:r>
              <a:rPr b="1"/>
              <a:t>Скоро появятся новые категории!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Автоплатёж</a:t>
            </a:r>
          </a:p>
          <a:p>
            <a:pPr lvl="0" indent="0" marL="0">
              <a:buNone/>
            </a:pPr>
            <a:r>
              <a:rPr b="1"/>
              <a:t>Больше никаких пропущенных платежей!</a:t>
            </a:r>
            <a:br/>
            <a:r>
              <a:rPr/>
              <a:t>Настройте автоплатежи по регулярным счетам с вашего счёта в ZX Bank или кредитной карты — без лишних хлопот.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Как работает автоплатёж</a:t>
            </a:r>
          </a:p>
          <a:p>
            <a:pPr lvl="0" indent="-342900" marL="342900">
              <a:buAutoNum type="arabicPeriod"/>
            </a:pPr>
            <a:r>
              <a:rPr b="1"/>
              <a:t>Подключение онлайн:</a:t>
            </a:r>
            <a:br/>
            <a:r>
              <a:rPr/>
              <a:t>Подключите автоплатёж для выбранных поставщиков услуг в мобильном приложении или интернет-банке.</a:t>
            </a:r>
          </a:p>
          <a:p>
            <a:pPr lvl="0" indent="-342900" marL="342900">
              <a:buAutoNum type="arabicPeriod"/>
            </a:pPr>
            <a:r>
              <a:rPr b="1"/>
              <a:t>Удобный график:</a:t>
            </a:r>
            <a:br/>
            <a:r>
              <a:rPr/>
              <a:t>Выберите дату платежа (в срок оплаты или в удобный день до него).</a:t>
            </a:r>
          </a:p>
          <a:p>
            <a:pPr lvl="0" indent="-342900" marL="342900">
              <a:buAutoNum type="arabicPeriod"/>
            </a:pPr>
            <a:r>
              <a:rPr b="1"/>
              <a:t>Автоматические платежи:</a:t>
            </a:r>
            <a:br/>
            <a:r>
              <a:rPr/>
              <a:t>ZX Bank автоматически проводит платежи от вашего имени.</a:t>
            </a:r>
          </a:p>
          <a:p>
            <a:pPr lvl="0" indent="-342900" marL="342900">
              <a:buAutoNum type="arabicPeriod"/>
            </a:pPr>
            <a:r>
              <a:rPr b="1"/>
              <a:t>Оповещения и уведомления:</a:t>
            </a:r>
            <a:br/>
            <a:r>
              <a:rPr/>
              <a:t>Получайте оповещения по SMS/email перед каждым запланированным автоплатежом.</a:t>
            </a:r>
          </a:p>
          <a:p>
            <a:pPr lvl="0" indent="-342900" marL="342900">
              <a:buAutoNum type="arabicPeriod"/>
            </a:pPr>
            <a:r>
              <a:rPr b="1"/>
              <a:t>Управление и отмена в любое время:</a:t>
            </a:r>
            <a:br/>
            <a:r>
              <a:rPr/>
              <a:t>Изменяйте или отключайте автоплатежи в любой момент в разделе «Управление поручениями».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Основные преимущества</a:t>
            </a:r>
          </a:p>
          <a:p>
            <a:pPr lvl="0"/>
            <a:r>
              <a:rPr b="1"/>
              <a:t>Однократная настройка:</a:t>
            </a:r>
            <a:r>
              <a:rPr/>
              <a:t> простая привязка поставщиков услуг и поручений</a:t>
            </a:r>
          </a:p>
          <a:p>
            <a:pPr lvl="0"/>
            <a:r>
              <a:rPr b="1"/>
              <a:t>Безопасные платежи:</a:t>
            </a:r>
            <a:r>
              <a:rPr/>
              <a:t> защита одноразовым паролем (OTP), биометрической аутентификацией и аутентификацией по устройству</a:t>
            </a:r>
          </a:p>
          <a:p>
            <a:pPr lvl="0"/>
            <a:r>
              <a:rPr b="1"/>
              <a:t>Все крупные поставщики услуг:</a:t>
            </a:r>
            <a:r>
              <a:rPr/>
              <a:t> более 400+ поставщиков услуг в Индии, Шри-Ланке, Бангладеш, Бутане, Непале</a:t>
            </a:r>
          </a:p>
          <a:p>
            <a:pPr lvl="0"/>
            <a:r>
              <a:rPr b="1"/>
              <a:t>Отслеживание в реальном времени:</a:t>
            </a:r>
            <a:r>
              <a:rPr/>
              <a:t> просматривайте историю платежей и предстоящие списания</a:t>
            </a:r>
          </a:p>
          <a:p>
            <a:pPr lvl="0"/>
            <a:r>
              <a:rPr b="1"/>
              <a:t>Финансовый ИИ-ассистент (Zia):</a:t>
            </a:r>
            <a:r>
              <a:rPr/>
              <a:t> получайте напоминания, советы и мгновенную поддержку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Как начать</a:t>
            </a:r>
          </a:p>
          <a:p>
            <a:pPr lvl="0" indent="-342900" marL="342900">
              <a:buAutoNum type="arabicPeriod"/>
            </a:pPr>
            <a:r>
              <a:rPr b="1"/>
              <a:t>Скачайте мобильное приложение ZX Bank Asia</a:t>
            </a:r>
            <a:r>
              <a:rPr/>
              <a:t> (</a:t>
            </a:r>
            <a:r>
              <a:rPr i="1"/>
              <a:t>Android/iOS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 b="1"/>
              <a:t>Войдите</a:t>
            </a:r>
            <a:r>
              <a:rPr/>
              <a:t> или пройдите дистанционное открытие счёта через e-KYC (электронная идентификация клиента)</a:t>
            </a:r>
          </a:p>
          <a:p>
            <a:pPr lvl="0" indent="-342900" marL="342900">
              <a:buAutoNum type="arabicPeriod"/>
            </a:pPr>
            <a:r>
              <a:rPr b="1"/>
              <a:t>Перейдите в раздел «Оплата счетов» или «Автоплатёж»</a:t>
            </a:r>
          </a:p>
          <a:p>
            <a:pPr lvl="1"/>
            <a:r>
              <a:rPr/>
              <a:t>Добавьте поставщика услуг (кредитная карта, мобильная связь, спутниковое ТВ (DTH) и т. д.)</a:t>
            </a:r>
          </a:p>
          <a:p>
            <a:pPr lvl="1"/>
            <a:r>
              <a:rPr/>
              <a:t>Выберите «Подключить автоплатёж» и задайте нужные настройки</a:t>
            </a:r>
          </a:p>
          <a:p>
            <a:pPr lvl="0" indent="-342900" marL="342900">
              <a:buAutoNum type="arabicPeriod"/>
            </a:pPr>
            <a:r>
              <a:rPr b="1"/>
              <a:t>Подтвердите и сохраните</a:t>
            </a:r>
            <a:r>
              <a:rPr/>
              <a:t> — готово!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Нужна помощь?</a:t>
            </a:r>
          </a:p>
          <a:p>
            <a:pPr lvl="0"/>
            <a:r>
              <a:rPr/>
              <a:t>Спросите Zia в приложении — ассистент даст пошаговые инструкции</a:t>
            </a:r>
          </a:p>
          <a:p>
            <a:pPr lvl="0"/>
            <a:r>
              <a:rPr/>
              <a:t>Посетите </a:t>
            </a:r>
            <a:r>
              <a:rPr>
                <a:hlinkClick r:id="rId2"/>
              </a:rPr>
              <a:t>www.zxbank.asia/support</a:t>
            </a:r>
          </a:p>
          <a:p>
            <a:pPr lvl="0"/>
            <a:r>
              <a:rPr/>
              <a:t>Позвоните на нашу линию поддержки 24x7 или посетите ближайшее отделение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Оплачивайте счета без лишних усилий — упростите свою финансовую жизнь с ZX Bank!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2026-09-27T11:00:50Z</dcterms:created>
  <dcterms:modified xsi:type="dcterms:W3CDTF">2026-09-27T11:00:50Z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