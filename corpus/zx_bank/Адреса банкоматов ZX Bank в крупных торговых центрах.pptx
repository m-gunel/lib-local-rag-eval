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Адреса банкоматов ZX Bank в крупных торговых центрах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Ниже приведён список крупных торговых центров в ряде городов Индии, где для удобства клиентов установлены банкоматы ZX Bank.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Мумбаи — Махараштра</a:t>
            </a:r>
          </a:p>
          <a:p>
            <a:pPr lvl="0"/>
            <a:r>
              <a:rPr b="1"/>
              <a:t>Phoenix Marketcity, Курла</a:t>
            </a:r>
          </a:p>
          <a:p>
            <a:pPr lvl="1"/>
            <a:r>
              <a:rPr/>
              <a:t>Адрес: LBS-роуд, Курла (запад), Мумбаи, Махараштра 400070</a:t>
            </a:r>
          </a:p>
          <a:p>
            <a:pPr lvl="0"/>
            <a:r>
              <a:rPr b="1"/>
              <a:t>Oberoi Mall</a:t>
            </a:r>
          </a:p>
          <a:p>
            <a:pPr lvl="1"/>
            <a:r>
              <a:rPr/>
              <a:t>Адрес: Вестерн-Экспресс-хайвей, Горегаон (восток), Мумбаи, Махараштра 400063</a:t>
            </a:r>
          </a:p>
          <a:p>
            <a:pPr lvl="0"/>
            <a:r>
              <a:rPr b="1"/>
              <a:t>R City Mall</a:t>
            </a:r>
          </a:p>
          <a:p>
            <a:pPr lvl="1"/>
            <a:r>
              <a:rPr/>
              <a:t>Адрес: LBS-марг, Гхаткопар (запад), Мумбаи, Махараштра 400086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Дели — Национальный столичный округ</a:t>
            </a:r>
          </a:p>
          <a:p>
            <a:pPr lvl="0"/>
            <a:r>
              <a:rPr b="1"/>
              <a:t>Select CITYWALK</a:t>
            </a:r>
          </a:p>
          <a:p>
            <a:pPr lvl="1"/>
            <a:r>
              <a:rPr/>
              <a:t>Адрес: A-3, Дистрикт-Сентр, Сакет, Нью-Дели 110017</a:t>
            </a:r>
          </a:p>
          <a:p>
            <a:pPr lvl="0"/>
            <a:r>
              <a:rPr b="1"/>
              <a:t>DLF Promenade</a:t>
            </a:r>
          </a:p>
          <a:p>
            <a:pPr lvl="1"/>
            <a:r>
              <a:rPr/>
              <a:t>Адрес: 3 Нельсон-Мандела-роуд, Васант-Кундж, Нью-Дели 110070</a:t>
            </a:r>
          </a:p>
          <a:p>
            <a:pPr lvl="0"/>
            <a:r>
              <a:rPr b="1"/>
              <a:t>Pacific Mall</a:t>
            </a:r>
          </a:p>
          <a:p>
            <a:pPr lvl="1"/>
            <a:r>
              <a:rPr/>
              <a:t>Адрес: Наджафгарх-роуд, Тагор-Гарден, Нью-Дели 110018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Бангалор (Бенгалуру) — Карнатака</a:t>
            </a:r>
          </a:p>
          <a:p>
            <a:pPr lvl="0"/>
            <a:r>
              <a:rPr b="1"/>
              <a:t>Phoenix Marketcity</a:t>
            </a:r>
          </a:p>
          <a:p>
            <a:pPr lvl="1"/>
            <a:r>
              <a:rPr/>
              <a:t>Адрес: Уайтфилд-Мейн-роуд, Махадевапура, Бангалор, Карнатака 560048</a:t>
            </a:r>
          </a:p>
          <a:p>
            <a:pPr lvl="0"/>
            <a:r>
              <a:rPr b="1"/>
              <a:t>Orion Mall</a:t>
            </a:r>
          </a:p>
          <a:p>
            <a:pPr lvl="1"/>
            <a:r>
              <a:rPr/>
              <a:t>Адрес: Brigade Gateway, Доктор-Раджкумар-роуд, Маллешварам (запад), Бангалор, Карнатака 560055</a:t>
            </a:r>
          </a:p>
          <a:p>
            <a:pPr lvl="0"/>
            <a:r>
              <a:rPr b="1"/>
              <a:t>Mantri Square Mall</a:t>
            </a:r>
          </a:p>
          <a:p>
            <a:pPr lvl="1"/>
            <a:r>
              <a:rPr/>
              <a:t>Адрес: Сампиге-роуд, Маллешварам, Бангалор, Карнатака 560003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Хайдарабад — Телангана</a:t>
            </a:r>
          </a:p>
          <a:p>
            <a:pPr lvl="0"/>
            <a:r>
              <a:rPr b="1"/>
              <a:t>Forum Sujana Mall</a:t>
            </a:r>
          </a:p>
          <a:p>
            <a:pPr lvl="1"/>
            <a:r>
              <a:rPr/>
              <a:t>Адрес: Кукатпалли-Хаусинг-Борд, Кукатпалли, Хайдарабад, Телангана 500072</a:t>
            </a:r>
          </a:p>
          <a:p>
            <a:pPr lvl="0"/>
            <a:r>
              <a:rPr b="1"/>
              <a:t>GVK One Mall</a:t>
            </a:r>
          </a:p>
          <a:p>
            <a:pPr lvl="1"/>
            <a:r>
              <a:rPr/>
              <a:t>Адрес: Роуд № 1, Банджара-Хиллс, Хайдарабад, Телангана 500034</a:t>
            </a:r>
          </a:p>
          <a:p>
            <a:pPr lvl="0"/>
            <a:r>
              <a:rPr b="1"/>
              <a:t>Inorbit Mall</a:t>
            </a:r>
          </a:p>
          <a:p>
            <a:pPr lvl="1"/>
            <a:r>
              <a:rPr/>
              <a:t>Адрес: APIIC-Софтвер-Лейаут, Mindspace, Мадхапур, Хайдарабад, Телангана 500081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Ченнаи — Тамилнад</a:t>
            </a:r>
          </a:p>
          <a:p>
            <a:pPr lvl="0"/>
            <a:r>
              <a:rPr b="1"/>
              <a:t>Express Avenue Mall</a:t>
            </a:r>
          </a:p>
          <a:p>
            <a:pPr lvl="1"/>
            <a:r>
              <a:rPr/>
              <a:t>Адрес: Экспресс-Эстейт, Ройапетта, Ченнаи, Тамилнад 600002</a:t>
            </a:r>
          </a:p>
          <a:p>
            <a:pPr lvl="0"/>
            <a:r>
              <a:rPr b="1"/>
              <a:t>Phoenix MarketCity</a:t>
            </a:r>
          </a:p>
          <a:p>
            <a:pPr lvl="1"/>
            <a:r>
              <a:rPr/>
              <a:t>Адрес: 142, Велачери-Мейн-роуд, Велачери, Ченнаи, Тамилнад 600042</a:t>
            </a:r>
          </a:p>
          <a:p>
            <a:pPr lvl="0"/>
            <a:r>
              <a:rPr b="1"/>
              <a:t>Spencer Plaza</a:t>
            </a:r>
          </a:p>
          <a:p>
            <a:pPr lvl="1"/>
            <a:r>
              <a:rPr/>
              <a:t>Адрес: 768, Анна-салай, Ченнаи, Тамилнад 600002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Колката — Западная Бенгалия</a:t>
            </a:r>
          </a:p>
          <a:p>
            <a:pPr lvl="0"/>
            <a:r>
              <a:rPr b="1"/>
              <a:t>South City Mall</a:t>
            </a:r>
          </a:p>
          <a:p>
            <a:pPr lvl="1"/>
            <a:r>
              <a:rPr/>
              <a:t>Адрес: 375 Принс-Анвар-Шах-роуд, South City Complex, Колката, Западная Бенгалия 700068</a:t>
            </a:r>
          </a:p>
          <a:p>
            <a:pPr lvl="0"/>
            <a:r>
              <a:rPr b="1"/>
              <a:t>Quest Mall</a:t>
            </a:r>
          </a:p>
          <a:p>
            <a:pPr lvl="1"/>
            <a:r>
              <a:rPr/>
              <a:t>Адрес: 33 Сайед-Амир-Али-авеню, Баллигандж, Колката, Западная Бенгалия 700017</a:t>
            </a:r>
          </a:p>
          <a:p>
            <a:pPr lvl="0"/>
            <a:r>
              <a:rPr b="1"/>
              <a:t>City Centre Salt Lake</a:t>
            </a:r>
          </a:p>
          <a:p>
            <a:pPr lvl="1"/>
            <a:r>
              <a:rPr/>
              <a:t>Адрес: блок DC, сектор 1, Солт-Лейк-Сити, Колката, Западная Бенгалия 700064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Пуна — Махараштра</a:t>
            </a:r>
          </a:p>
          <a:p>
            <a:pPr lvl="0"/>
            <a:r>
              <a:rPr b="1"/>
              <a:t>Phoenix Marketcity</a:t>
            </a:r>
          </a:p>
          <a:p>
            <a:pPr lvl="1"/>
            <a:r>
              <a:rPr/>
              <a:t>Адрес: Виман-Нагар-роуд, Виман-Нагар, Пуна, Махараштра 411014</a:t>
            </a:r>
          </a:p>
          <a:p>
            <a:pPr lvl="0"/>
            <a:r>
              <a:rPr b="1"/>
              <a:t>Amanora Mall</a:t>
            </a:r>
          </a:p>
          <a:p>
            <a:pPr lvl="1"/>
            <a:r>
              <a:rPr/>
              <a:t>Адрес: Amanora Park Town, Хадапсар, Пуна, Махараштра 411028</a:t>
            </a:r>
          </a:p>
          <a:p>
            <a:pPr lvl="0"/>
            <a:r>
              <a:rPr b="1"/>
              <a:t>Seasons Mall</a:t>
            </a:r>
          </a:p>
          <a:p>
            <a:pPr lvl="1"/>
            <a:r>
              <a:rPr/>
              <a:t>Адрес: Magarpatta City, Хадапсар, Пуна, Махараштра 411013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Ахмадабад — Гуджарат</a:t>
            </a:r>
          </a:p>
          <a:p>
            <a:pPr lvl="0"/>
            <a:r>
              <a:rPr b="1"/>
              <a:t>Ahmedabad One Mall</a:t>
            </a:r>
          </a:p>
          <a:p>
            <a:pPr lvl="1"/>
            <a:r>
              <a:rPr/>
              <a:t>Адрес: рядом с озером Вастрапур, Вастрапур, Ахмадабад, Гуджарат 380006</a:t>
            </a:r>
          </a:p>
          <a:p>
            <a:pPr lvl="0"/>
            <a:r>
              <a:rPr b="1"/>
              <a:t>AlphaOne Mall</a:t>
            </a:r>
          </a:p>
          <a:p>
            <a:pPr lvl="1"/>
            <a:r>
              <a:rPr/>
              <a:t>Адрес: Саркхедж-Гандинагар-хайвей, Вастрапур, Ахмадабад, Гуджарат 380054</a:t>
            </a:r>
          </a:p>
          <a:p>
            <a:pPr lvl="0"/>
            <a:r>
              <a:rPr b="1"/>
              <a:t>Himalaya Mall</a:t>
            </a:r>
          </a:p>
          <a:p>
            <a:pPr lvl="1"/>
            <a:r>
              <a:rPr/>
              <a:t>Адрес: Драйв-Ин-роуд, Мемнагар, Ахмадабад, Гуджарат 380052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Сурат — Гуджарат</a:t>
            </a:r>
          </a:p>
          <a:p>
            <a:pPr lvl="0"/>
            <a:r>
              <a:rPr b="1"/>
              <a:t>VR Surat</a:t>
            </a:r>
          </a:p>
          <a:p>
            <a:pPr lvl="1"/>
            <a:r>
              <a:rPr/>
              <a:t>Адрес: Думас-роуд, Магдалла, Сурат, Гуджарат 395007</a:t>
            </a:r>
          </a:p>
          <a:p>
            <a:pPr lvl="0"/>
            <a:r>
              <a:rPr b="1"/>
              <a:t>Iscon Mall</a:t>
            </a:r>
          </a:p>
          <a:p>
            <a:pPr lvl="1"/>
            <a:r>
              <a:rPr/>
              <a:t>Адрес: Думас-роуд, Пиплод, Сурат, Гуджарат 395007</a:t>
            </a:r>
          </a:p>
          <a:p>
            <a:pPr lvl="0"/>
            <a:r>
              <a:rPr b="1"/>
              <a:t>RahulRaj Mall</a:t>
            </a:r>
          </a:p>
          <a:p>
            <a:pPr lvl="1"/>
            <a:r>
              <a:rPr/>
              <a:t>Адрес: Думас-роуд, Пиплод, Сурат, Гуджарат 395007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Джайпур — Раджастхан</a:t>
            </a:r>
          </a:p>
          <a:p>
            <a:pPr lvl="0"/>
            <a:r>
              <a:rPr b="1"/>
              <a:t>World Trade Park (WTP)</a:t>
            </a:r>
          </a:p>
          <a:p>
            <a:pPr lvl="1"/>
            <a:r>
              <a:rPr/>
              <a:t>Адрес: JLN-марг, Малвия-Нагар, Джайпур, Раджастхан 302017</a:t>
            </a:r>
          </a:p>
          <a:p>
            <a:pPr lvl="0"/>
            <a:r>
              <a:rPr b="1"/>
              <a:t>GT Central Mall</a:t>
            </a:r>
          </a:p>
          <a:p>
            <a:pPr lvl="1"/>
            <a:r>
              <a:rPr/>
              <a:t>Адрес: Джавахар-Лал-Неру-марг, Малвия-Нагар, Джайпур, Раджастхан 302017</a:t>
            </a:r>
          </a:p>
          <a:p>
            <a:pPr lvl="0"/>
            <a:r>
              <a:rPr b="1"/>
              <a:t>Triton Mall</a:t>
            </a:r>
          </a:p>
          <a:p>
            <a:pPr lvl="1"/>
            <a:r>
              <a:rPr/>
              <a:t>Адрес: Джхотвара-роуд, Джхотвара, Джайпур, Раджастхан 302012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Лакхнау — Уттар-Прадеш</a:t>
            </a:r>
          </a:p>
          <a:p>
            <a:pPr lvl="0"/>
            <a:r>
              <a:rPr b="1"/>
              <a:t>Phoenix United Mall</a:t>
            </a:r>
          </a:p>
          <a:p>
            <a:pPr lvl="1"/>
            <a:r>
              <a:rPr/>
              <a:t>Адрес: Канпур-роуд, Аламбагх, Лакхнау, Уттар-Прадеш 226005</a:t>
            </a:r>
          </a:p>
          <a:p>
            <a:pPr lvl="0"/>
            <a:r>
              <a:rPr b="1"/>
              <a:t>Sahara Ganj Mall</a:t>
            </a:r>
          </a:p>
          <a:p>
            <a:pPr lvl="1"/>
            <a:r>
              <a:rPr/>
              <a:t>Адрес: Шахнаджаф-роуд, Хазратгандж, Лакхнау, Уттар-Прадеш 226001</a:t>
            </a:r>
          </a:p>
          <a:p>
            <a:pPr lvl="0"/>
            <a:r>
              <a:rPr b="1"/>
              <a:t>Fun Republic Mall</a:t>
            </a:r>
          </a:p>
          <a:p>
            <a:pPr lvl="1"/>
            <a:r>
              <a:rPr/>
              <a:t>Адрес: Гомти-Нагар, Лакхнау, Уттар-Прадеш 226010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Канпур — Уттар-Прадеш</a:t>
            </a:r>
          </a:p>
          <a:p>
            <a:pPr lvl="0"/>
            <a:r>
              <a:rPr b="1"/>
              <a:t>Z Square Mall</a:t>
            </a:r>
          </a:p>
          <a:p>
            <a:pPr lvl="1"/>
            <a:r>
              <a:rPr/>
              <a:t>Адрес: 16/113, Молл-роуд, Канпур, Уттар-Прадеш 208001</a:t>
            </a:r>
          </a:p>
          <a:p>
            <a:pPr lvl="0"/>
            <a:r>
              <a:rPr b="1"/>
              <a:t>Rave@Moti Mall</a:t>
            </a:r>
          </a:p>
          <a:p>
            <a:pPr lvl="1"/>
            <a:r>
              <a:rPr/>
              <a:t>Адрес: Раватпур, Канпур, Уттар-Прадеш 208002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Нагпур — Махараштра</a:t>
            </a:r>
          </a:p>
          <a:p>
            <a:pPr lvl="0"/>
            <a:r>
              <a:rPr b="1"/>
              <a:t>Empress Mall</a:t>
            </a:r>
          </a:p>
          <a:p>
            <a:pPr lvl="1"/>
            <a:r>
              <a:rPr/>
              <a:t>Адрес: Empress City, рядом с озером Ганди-Сагар, Нагпур, Махараштра 440018</a:t>
            </a:r>
          </a:p>
          <a:p>
            <a:pPr lvl="0"/>
            <a:r>
              <a:rPr b="1"/>
              <a:t>Eternity Mall</a:t>
            </a:r>
          </a:p>
          <a:p>
            <a:pPr lvl="1"/>
            <a:r>
              <a:rPr/>
              <a:t>Адрес: Вэрайети-Сквер, Ситабулди, Нагпур, Махараштра 440012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Индаур — Мадхья-Прадеш</a:t>
            </a:r>
          </a:p>
          <a:p>
            <a:pPr lvl="0"/>
            <a:r>
              <a:rPr b="1"/>
              <a:t>Treasure Island Mall</a:t>
            </a:r>
          </a:p>
          <a:p>
            <a:pPr lvl="1"/>
            <a:r>
              <a:rPr/>
              <a:t>Адрес: MG-роуд, Южный Тукогандж, Индаур, Мадхья-Прадеш 452001</a:t>
            </a:r>
          </a:p>
          <a:p>
            <a:pPr lvl="0"/>
            <a:r>
              <a:rPr b="1"/>
              <a:t>C21 Mall</a:t>
            </a:r>
          </a:p>
          <a:p>
            <a:pPr lvl="1"/>
            <a:r>
              <a:rPr/>
              <a:t>Адрес: A.B.-роуд, Виджай-Нагар, Индаур, Мадхья-Прадеш 452010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Бхопал — Мадхья-Прадеш</a:t>
            </a:r>
          </a:p>
          <a:p>
            <a:pPr lvl="0"/>
            <a:r>
              <a:rPr b="1"/>
              <a:t>DB City Mall</a:t>
            </a:r>
          </a:p>
          <a:p>
            <a:pPr lvl="1"/>
            <a:r>
              <a:rPr/>
              <a:t>Адрес: Махарана-Пратап-Нагар, зона I, Бхопал, Мадхья-Прадеш 462011</a:t>
            </a:r>
          </a:p>
          <a:p>
            <a:pPr lvl="0"/>
            <a:r>
              <a:rPr b="1"/>
              <a:t>Aura Mall</a:t>
            </a:r>
          </a:p>
          <a:p>
            <a:pPr lvl="1"/>
            <a:r>
              <a:rPr/>
              <a:t>Адрес: E-8 Арера-Колони, Бавария-Калан, Бхопал, Мадхья-Прадеш 462039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Вишакхапатнам — Андхра-Прадеш</a:t>
            </a:r>
          </a:p>
          <a:p>
            <a:pPr lvl="0"/>
            <a:r>
              <a:rPr b="1"/>
              <a:t>CMR Central</a:t>
            </a:r>
          </a:p>
          <a:p>
            <a:pPr lvl="1"/>
            <a:r>
              <a:rPr/>
              <a:t>Адрес: Маддилапалем, Вишакхапатнам, Андхра-Прадеш 530013</a:t>
            </a:r>
          </a:p>
          <a:p>
            <a:pPr lvl="0"/>
            <a:r>
              <a:rPr b="1"/>
              <a:t>Visakhapatnam Central</a:t>
            </a:r>
          </a:p>
          <a:p>
            <a:pPr lvl="1"/>
            <a:r>
              <a:rPr/>
              <a:t>Адрес: Дварака-Нагар, Вишакхапатнам, Андхра-Прадеш 530016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Патна — Бихар</a:t>
            </a:r>
          </a:p>
          <a:p>
            <a:pPr lvl="0"/>
            <a:r>
              <a:rPr b="1"/>
              <a:t>P&amp;M Mall</a:t>
            </a:r>
          </a:p>
          <a:p>
            <a:pPr lvl="1"/>
            <a:r>
              <a:rPr/>
              <a:t>Адрес: промышленная зона Патлипутра, Патна, Бихар 800013</a:t>
            </a:r>
          </a:p>
          <a:p>
            <a:pPr lvl="0"/>
            <a:r>
              <a:rPr b="1"/>
              <a:t>Central Mall</a:t>
            </a:r>
          </a:p>
          <a:p>
            <a:pPr lvl="1"/>
            <a:r>
              <a:rPr/>
              <a:t>Адрес: Фрейзер-роуд, Патна, Бихар 800001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Вадодара (Барода) — Гуджарат</a:t>
            </a:r>
          </a:p>
          <a:p>
            <a:pPr lvl="0"/>
            <a:r>
              <a:rPr b="1"/>
              <a:t>Inorbit Mall</a:t>
            </a:r>
          </a:p>
          <a:p>
            <a:pPr lvl="1"/>
            <a:r>
              <a:rPr/>
              <a:t>Адрес: Горва-роуд, Субханпура, Вадодара, Гуджарат 390007</a:t>
            </a:r>
          </a:p>
          <a:p>
            <a:pPr lvl="0"/>
            <a:r>
              <a:rPr b="1"/>
              <a:t>Centre Square Mall</a:t>
            </a:r>
          </a:p>
          <a:p>
            <a:pPr lvl="1"/>
            <a:r>
              <a:rPr/>
              <a:t>Адрес: RC-Датт-роуд, Алкапури, Вадодара, Гуджарат 390005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Лудхиана — Пенджаб</a:t>
            </a:r>
          </a:p>
          <a:p>
            <a:pPr lvl="0"/>
            <a:r>
              <a:rPr b="1"/>
              <a:t>MBD Neopolis Mall</a:t>
            </a:r>
          </a:p>
          <a:p>
            <a:pPr lvl="1"/>
            <a:r>
              <a:rPr/>
              <a:t>Адрес: Ферозепур-роуд, Лудхиана, Пенджаб 141001</a:t>
            </a:r>
          </a:p>
          <a:p>
            <a:pPr lvl="0"/>
            <a:r>
              <a:rPr b="1"/>
              <a:t>Silver Arc Mall</a:t>
            </a:r>
          </a:p>
          <a:p>
            <a:pPr lvl="1"/>
            <a:r>
              <a:rPr/>
              <a:t>Адрес: Ферозепур-роуд, Лудхиана, Пенджаб 141001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Коимбатур — Тамилнад</a:t>
            </a:r>
          </a:p>
          <a:p>
            <a:pPr lvl="0"/>
            <a:r>
              <a:rPr b="1"/>
              <a:t>Brookefields Mall</a:t>
            </a:r>
          </a:p>
          <a:p>
            <a:pPr lvl="1"/>
            <a:r>
              <a:rPr/>
              <a:t>Адрес: 67–71, Кришнасвами-роуд, RS-Пурам, Коимбатур, Тамилнад 641001</a:t>
            </a:r>
          </a:p>
          <a:p>
            <a:pPr lvl="0"/>
            <a:r>
              <a:rPr b="1"/>
              <a:t>Prozone Mall</a:t>
            </a:r>
          </a:p>
          <a:p>
            <a:pPr lvl="1"/>
            <a:r>
              <a:rPr/>
              <a:t>Адрес: Сати-роуд, Сараванампатти, Коимбатур, Тамилнад 641035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Примечание: наличие банкоматов ZX Bank может измениться. Актуальные адреса уточняйте в мобильном приложении ZX Bank Asia или на сайте </a:t>
            </a:r>
            <a:r>
              <a:rPr sz="2000" i="1">
                <a:hlinkClick r:id="rId2"/>
              </a:rPr>
              <a:t>www.zxbank.asia</a:t>
            </a:r>
            <a:r>
              <a:rPr sz="2000" i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2026-09-27T11:00:36Z</dcterms:created>
  <dcterms:modified xsi:type="dcterms:W3CDTF">2026-09-27T11:00:36Z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