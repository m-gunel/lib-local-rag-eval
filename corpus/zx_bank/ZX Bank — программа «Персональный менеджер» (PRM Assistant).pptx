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— программа «Персональный менеджер» (PRM Assistant)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Добро пожаловать в </a:t>
            </a:r>
            <a:r>
              <a:rPr b="1"/>
              <a:t>программу «Персональный менеджер» (PRM Assistant)</a:t>
            </a:r>
            <a:r>
              <a:rPr/>
              <a:t> — эксклюзивный сервис для всех владельцев счетов ZX Bank. Наш PRM Assistant меняет привычное банковское обслуживание: вы получаете персональную, профессиональную и индивидуально подобранную поддержку в решении повседневных финансовых задач.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Что такое программа PRM Assistant?</a:t>
            </a:r>
          </a:p>
          <a:p>
            <a:pPr lvl="0" indent="0" marL="0">
              <a:buNone/>
            </a:pPr>
            <a:r>
              <a:rPr/>
              <a:t>Программа «Персональный менеджер» (PRM Assistant) связывает вас с </a:t>
            </a:r>
            <a:r>
              <a:rPr b="1"/>
              <a:t>закреплённым за вами персональным менеджером</a:t>
            </a:r>
            <a:r>
              <a:rPr/>
              <a:t> — доброжелательным банковским экспертом, который понимает ваши индивидуальные потребности. Управляете ли вы финансами онлайн или предпочитаете личное обслуживание, ваш PRM Assistant подскажет и поддержит вас, делая банковское обслуживание проще и персональнее, чем когда-либо.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Основные особенности и преимущества</a:t>
            </a:r>
          </a:p>
          <a:p>
            <a:pPr lvl="0"/>
            <a:r>
              <a:rPr b="1"/>
              <a:t>Персональная поддержка</a:t>
            </a:r>
          </a:p>
          <a:p>
            <a:pPr lvl="1"/>
            <a:r>
              <a:rPr/>
              <a:t>Получите закреплённого за вами менеджера — единое контактное лицо по всем банковским вопросам.</a:t>
            </a:r>
          </a:p>
          <a:p>
            <a:pPr lvl="1"/>
            <a:r>
              <a:rPr/>
              <a:t>Получайте приоритетную помощь по вопросам, связанным со счётом, сервисным запросам и устранению неполадок.</a:t>
            </a:r>
          </a:p>
          <a:p>
            <a:pPr lvl="0"/>
            <a:r>
              <a:rPr b="1"/>
              <a:t>Эффективное управление счётом</a:t>
            </a:r>
          </a:p>
          <a:p>
            <a:pPr lvl="1"/>
            <a:r>
              <a:rPr/>
              <a:t>Помощь в повседневных операциях: перевод средств, пополнение счёта, снятие средств и многое другое.</a:t>
            </a:r>
          </a:p>
          <a:p>
            <a:pPr lvl="1"/>
            <a:r>
              <a:rPr/>
              <a:t>Индивидуальная помощь с чековыми книжками, управлением дебетовыми/кредитными картами и отслеживанием кредитов.</a:t>
            </a:r>
          </a:p>
          <a:p>
            <a:pPr lvl="0"/>
            <a:r>
              <a:rPr b="1"/>
              <a:t>Персонализированные услуги</a:t>
            </a:r>
          </a:p>
          <a:p>
            <a:pPr lvl="1"/>
            <a:r>
              <a:rPr/>
              <a:t>Аналитика использования счёта, советы по планированию бюджета и уведомления о важных операциях по счёту.</a:t>
            </a:r>
          </a:p>
          <a:p>
            <a:pPr lvl="1"/>
            <a:r>
              <a:rPr/>
              <a:t>Индивидуальные рекомендации по банковским продуктам и инвестиционным возможностям с учётом ваших целей.</a:t>
            </a:r>
          </a:p>
          <a:p>
            <a:pPr lvl="0"/>
            <a:r>
              <a:rPr b="1"/>
              <a:t>Связь по запросу</a:t>
            </a:r>
          </a:p>
          <a:p>
            <a:pPr lvl="1"/>
            <a:r>
              <a:rPr/>
              <a:t>Связывайтесь со своим PRM по телефону, электронной почте, по видеосвязи в назначенное время или через защищённый чат в мобильном приложении ZX Bank Asia.</a:t>
            </a:r>
          </a:p>
          <a:p>
            <a:pPr lvl="1"/>
            <a:r>
              <a:rPr/>
              <a:t>Прямая запись на встречу в отделении.</a:t>
            </a:r>
          </a:p>
          <a:p>
            <a:pPr lvl="0"/>
            <a:r>
              <a:rPr b="1"/>
              <a:t>Проактивные уведомления</a:t>
            </a:r>
          </a:p>
          <a:p>
            <a:pPr lvl="1"/>
            <a:r>
              <a:rPr/>
              <a:t>Своевременные уведомления о предложениях, датах окончания срока и предстоящих платежах.</a:t>
            </a:r>
          </a:p>
          <a:p>
            <a:pPr lvl="1"/>
            <a:r>
              <a:rPr/>
              <a:t>Оповещения о регуляторных требованиях и требованиях комплаенса, чтобы вы соблюдали их и были в курсе.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Чем вам поможет PRM Assistant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300"/>
                <a:gridCol w="3213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Как помогает PRM Assistant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Вопросы по счёту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Отвечает на вопросы об остатках, выписках и т. д.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Помощь с цифровым банкингом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Помогает подключить BillPay, интернет-банк, UPI и многое другое.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Консультации по кредитам и кредитным продуктам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Помогает подать заявку на кредит и отслеживать её; объясняет варианты.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Консьерж-сервис по управлению капиталом и инвестициям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 необходимости связывает со специалистами по инвестициям.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Денежные переводы и услуги для нерезидентов (NRI)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Организует трансграничные переводы и решает вопросы нерезидентов (NRI).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Решение проблем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Ускоряет решение проблем с обслуживанием или операциями.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Кто может воспользоваться PRM Assistant?</a:t>
            </a:r>
          </a:p>
          <a:p>
            <a:pPr lvl="0" indent="0" marL="0">
              <a:buNone/>
            </a:pPr>
            <a:r>
              <a:rPr b="1"/>
              <a:t>Все владельцы счетов ZX Bank</a:t>
            </a:r>
            <a:r>
              <a:rPr/>
              <a:t> независимо от типа счёта автоматически получают доступ к персональному менеджеру (PRM Assistant) без дополнительной платы.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связаться с PRM Assistant</a:t>
            </a:r>
          </a:p>
          <a:p>
            <a:pPr lvl="0"/>
            <a:r>
              <a:rPr b="1"/>
              <a:t>Через приложение ZX Bank Asia:</a:t>
            </a:r>
            <a:r>
              <a:rPr/>
              <a:t> нажмите «PRM Assistant», чтобы отправить защищённое сообщение или начать видеозвонок.</a:t>
            </a:r>
          </a:p>
          <a:p>
            <a:pPr lvl="0"/>
            <a:r>
              <a:rPr b="1"/>
              <a:t>По телефону:</a:t>
            </a:r>
            <a:r>
              <a:rPr/>
              <a:t> звоните напрямую своему персональному менеджеру (контакты указаны в приложении или в приветственном наборе).</a:t>
            </a:r>
          </a:p>
          <a:p>
            <a:pPr lvl="0"/>
            <a:r>
              <a:rPr b="1"/>
              <a:t>В отделении:</a:t>
            </a:r>
            <a:r>
              <a:rPr/>
              <a:t> запишитесь на личную встречу в ближайшем отделении ZX Bank.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Почему стоит выбрать программу PRM Assistant?</a:t>
            </a:r>
          </a:p>
          <a:p>
            <a:pPr lvl="0"/>
            <a:r>
              <a:rPr b="1"/>
              <a:t>Персональное внимание:</a:t>
            </a:r>
            <a:r>
              <a:rPr/>
              <a:t> по-настоящему клиентоориентированный сервис.</a:t>
            </a:r>
          </a:p>
          <a:p>
            <a:pPr lvl="0"/>
            <a:r>
              <a:rPr b="1"/>
              <a:t>Экономия времени:</a:t>
            </a:r>
            <a:r>
              <a:rPr/>
              <a:t> доверьте детали своему PRM, а сами сосредоточьтесь на главном.</a:t>
            </a:r>
          </a:p>
          <a:p>
            <a:pPr lvl="0"/>
            <a:r>
              <a:rPr b="1"/>
              <a:t>Экспертная поддержка:</a:t>
            </a:r>
            <a:r>
              <a:rPr/>
              <a:t> принимайте взвешенные решения вместе с надёжным банковским помощником.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Откройте для себя удобное и беззаботное банковское обслуживание с программой «Персональный менеджер» (PRM Assistant) — вашим путём к премиальному персональному сервису ZX Bank.</a:t>
            </a:r>
          </a:p>
          <a:p>
            <a:pPr lvl="0" indent="0" marL="0">
              <a:buNone/>
            </a:pPr>
            <a:r>
              <a:rPr/>
              <a:t>Подробнее — войдите в приложение </a:t>
            </a:r>
            <a:r>
              <a:rPr b="1"/>
              <a:t>ZX Bank Asia</a:t>
            </a:r>
            <a:r>
              <a:rPr/>
              <a:t> или посетите </a:t>
            </a:r>
            <a:r>
              <a:rPr>
                <a:hlinkClick r:id="rId2"/>
              </a:rPr>
              <a:t>www.zxbank.asia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2026-09-27T11:01:10Z</dcterms:created>
  <dcterms:modified xsi:type="dcterms:W3CDTF">2026-09-27T11:01:10Z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