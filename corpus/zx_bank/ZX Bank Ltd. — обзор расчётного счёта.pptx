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urrent-account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urrent-account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— обзор расчётного счёта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Добро пожаловать в ZX Bank Ltd.! Откройте для себя современный банкинг с нашим многофункциональным </a:t>
            </a:r>
            <a:r>
              <a:rPr b="1"/>
              <a:t>расчётным счётом</a:t>
            </a:r>
            <a:r>
              <a:rPr/>
              <a:t>, созданным специально для задач вашего бизнеса и профессиональной деятельности. Мы предлагаем простое открытие счёта, эксклюзивные приветственные наборы и надёжные дополнительные услуги.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Особенности расчётного счёта</a:t>
            </a:r>
          </a:p>
          <a:p>
            <a:pPr lvl="0"/>
            <a:r>
              <a:rPr b="1"/>
              <a:t>Без первоначального взноса</a:t>
            </a:r>
            <a:r>
              <a:rPr/>
              <a:t>: Гибкие условия открытия без требований о крупном первоначальном взносе (</a:t>
            </a:r>
            <a:r>
              <a:rPr i="1"/>
              <a:t>при соответствии требованиям к заявителю</a:t>
            </a:r>
            <a:r>
              <a:rPr/>
              <a:t>).</a:t>
            </a:r>
          </a:p>
          <a:p>
            <a:pPr lvl="0"/>
            <a:r>
              <a:rPr b="1"/>
              <a:t>Беспрепятственные операции</a:t>
            </a:r>
            <a:r>
              <a:rPr/>
              <a:t>: Высокие ежемесячные лимиты на внесение/снятие наличных.</a:t>
            </a:r>
          </a:p>
          <a:p>
            <a:pPr lvl="0"/>
            <a:r>
              <a:rPr b="1"/>
              <a:t>Обслуживание в разных городах</a:t>
            </a:r>
            <a:r>
              <a:rPr/>
              <a:t>: Доступ к 560+ отделениям и 1,200+ банкоматам в Индии и Южной Азии.</a:t>
            </a:r>
          </a:p>
          <a:p>
            <a:pPr lvl="0"/>
            <a:r>
              <a:rPr b="1"/>
              <a:t>Набор сервисов цифрового банкинга</a:t>
            </a:r>
            <a:r>
              <a:rPr/>
              <a:t>: Мгновенные переводы средств (IMPS/NEFT/RTGS), платежи через UPI, оплата счетов, мобильный банк и интернет-банк.</a:t>
            </a:r>
          </a:p>
          <a:p>
            <a:pPr lvl="0"/>
            <a:r>
              <a:rPr b="1"/>
              <a:t>Именная чековая книжка и дебетовая карта</a:t>
            </a:r>
            <a:r>
              <a:rPr/>
              <a:t>: Бесплатно к каждому счёту.</a:t>
            </a:r>
          </a:p>
          <a:p>
            <a:pPr lvl="0"/>
            <a:r>
              <a:rPr b="1"/>
              <a:t>Овердрафт</a:t>
            </a:r>
            <a:r>
              <a:rPr/>
              <a:t>: Овердрафт для бизнеса (при соответствии требованиям к заявителю).</a:t>
            </a:r>
          </a:p>
          <a:p>
            <a:pPr lvl="0"/>
            <a:r>
              <a:rPr b="1"/>
              <a:t>Закреплённый персональный менеджер</a:t>
            </a:r>
            <a:r>
              <a:rPr/>
              <a:t>: Для приоритетного обслуживания.</a:t>
            </a:r>
          </a:p>
          <a:p>
            <a:pPr lvl="0"/>
            <a:r>
              <a:rPr b="1"/>
              <a:t>Эксклюзивные предложения</a:t>
            </a:r>
            <a:r>
              <a:rPr/>
              <a:t>: Торговое финансирование на льготных условиях, корпоративные кредитные карты и приоритетные денежные переводы.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Требования к неснижаемому остатку</a:t>
            </a:r>
          </a:p>
          <a:p>
            <a:pPr lvl="0"/>
            <a:r>
              <a:rPr b="1"/>
              <a:t>Среднемесячный остаток</a:t>
            </a:r>
            <a:r>
              <a:rPr/>
              <a:t>: Всего ₹10,000</a:t>
            </a:r>
          </a:p>
          <a:p>
            <a:pPr lvl="1"/>
            <a:r>
              <a:rPr/>
              <a:t>Комиссия за несоблюдение неснижаемого остатка: ₹500/месяц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оформить расчётный счёт</a:t>
            </a:r>
          </a:p>
          <a:p>
            <a:pPr lvl="0" indent="0" marL="0">
              <a:buNone/>
            </a:pPr>
            <a:r>
              <a:rPr b="1"/>
              <a:t>Оформление онлайн:</a:t>
            </a:r>
            <a:r>
              <a:rPr/>
              <a:t> 1. Перейдите на сайт </a:t>
            </a:r>
            <a:r>
              <a:rPr>
                <a:hlinkClick r:id="rId2"/>
              </a:rPr>
              <a:t>www.zxbank.asia</a:t>
            </a:r>
            <a:r>
              <a:rPr/>
              <a:t>. 2. Нажмите «Открыть расчётный счёт». 3. Пройдите цифровую процедуру e-KYC (электронная идентификация клиента) с использованием Aadhaar и PAN. 4. Загрузите документы по бизнесу (если применимо). 5. Выберите отделение и подтвердите номер мобильного телефона/e-mail с помощью одноразового пароля (OTP). 6. Мгновенно получите номер счёта и цифровой приветственный набор.</a:t>
            </a:r>
          </a:p>
          <a:p>
            <a:pPr lvl="0" indent="0" marL="0">
              <a:buNone/>
            </a:pPr>
            <a:r>
              <a:rPr b="1"/>
              <a:t>Оформление в отделении:</a:t>
            </a:r>
            <a:r>
              <a:rPr/>
              <a:t> 1. Посетите ближайшее отделение ZX Bank. 2. Заполните заявление на открытие расчётного счёта, указав данные для идентификации (KYC) вашего бизнеса. 3. Предоставьте документы (документ, удостоверяющий личность/документ, подтверждающий адрес, документы о регистрации бизнеса). 4. Пройдите биометрическую проверку при личном визите. 5. Счёт активируется в течение 24 часов.</a:t>
            </a:r>
          </a:p>
          <a:p>
            <a:pPr lvl="0" indent="0" marL="1270000">
              <a:buNone/>
            </a:pPr>
            <a:r>
              <a:rPr sz="2000" b="1"/>
              <a:t>Нужна помощь?</a:t>
            </a:r>
            <a:r>
              <a:rPr sz="2000"/>
              <a:t> Обратитесь в нашу службу поддержки 24x7 или к своему персональному менеджеру.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Приветственный набор к расчётному счёту ZX</a:t>
            </a:r>
          </a:p>
          <a:p>
            <a:pPr lvl="0" indent="0" marL="0">
              <a:buNone/>
            </a:pPr>
            <a:r>
              <a:rPr/>
              <a:t>Откройте расчётный счёт ZX и получите эксклюзивный </a:t>
            </a:r>
            <a:r>
              <a:rPr b="1"/>
              <a:t>приветственный набор (Savings Account Kit)</a:t>
            </a:r>
            <a:r>
              <a:rPr/>
              <a:t>, созданный для амбициозных профессионалов: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Что входит в набор?</a:t>
            </a:r>
          </a:p>
          <a:p>
            <a:pPr lvl="0"/>
            <a:r>
              <a:rPr b="1"/>
              <a:t>Дорожная сумка премиум-класса</a:t>
            </a:r>
            <a:r>
              <a:rPr/>
              <a:t> — стильная, прочная, идеально подходит для профессионалов, которые много ездят.</a:t>
            </a:r>
          </a:p>
          <a:p>
            <a:pPr lvl="0"/>
            <a:r>
              <a:rPr b="1"/>
              <a:t>Универсальный дорожный адаптер (4 вилки, 150 стран)</a:t>
            </a:r>
            <a:r>
              <a:rPr/>
              <a:t> — подходит для деловых поездок по всему миру.</a:t>
            </a:r>
          </a:p>
          <a:p>
            <a:pPr lvl="0"/>
            <a:r>
              <a:rPr b="1"/>
              <a:t>Именная дебетовая карта</a:t>
            </a:r>
          </a:p>
          <a:p>
            <a:pPr lvl="0"/>
            <a:r>
              <a:rPr b="1"/>
              <a:t>Стартовая чековая книжка</a:t>
            </a:r>
          </a:p>
          <a:p>
            <a:pPr lvl="0"/>
            <a:r>
              <a:rPr b="1"/>
              <a:t>Мгновенный доступ к интернет-банку и мобильному приложению</a:t>
            </a:r>
          </a:p>
          <a:p>
            <a:pPr lvl="0"/>
            <a:r>
              <a:rPr b="1"/>
              <a:t>Эксклюзивное медицинское страхование</a:t>
            </a:r>
            <a:r>
              <a:rPr/>
              <a:t>:</a:t>
            </a:r>
          </a:p>
          <a:p>
            <a:pPr lvl="1"/>
            <a:r>
              <a:rPr b="1"/>
              <a:t>Сумма страхового покрытия</a:t>
            </a:r>
            <a:r>
              <a:rPr/>
              <a:t>: ₹10,00,000 (десять лакхов)</a:t>
            </a:r>
          </a:p>
          <a:p>
            <a:pPr lvl="1"/>
            <a:r>
              <a:rPr/>
              <a:t>Безналичная госпитализация в больницах-партнёрах.</a:t>
            </a:r>
          </a:p>
          <a:p>
            <a:pPr lvl="1"/>
            <a:r>
              <a:rPr/>
              <a:t>Покрывает несчастные случаи, экстренные медицинские ситуации и ежедневные выплаты.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Почему стоит открыть расчётный счёт в ZX Bank?</a:t>
            </a:r>
          </a:p>
          <a:p>
            <a:pPr lvl="0"/>
            <a:r>
              <a:rPr b="1"/>
              <a:t>Дистанционное открытие счёта без бумажных документов</a:t>
            </a:r>
          </a:p>
          <a:p>
            <a:pPr lvl="0"/>
            <a:r>
              <a:rPr b="1"/>
              <a:t>Выгодный приветственный набор</a:t>
            </a:r>
          </a:p>
          <a:p>
            <a:pPr lvl="0"/>
            <a:r>
              <a:rPr b="1"/>
              <a:t>Простой доступ к средствам и кредитам</a:t>
            </a:r>
          </a:p>
          <a:p>
            <a:pPr lvl="0"/>
            <a:r>
              <a:rPr b="1"/>
              <a:t>Комплексное страховое покрытие</a:t>
            </a:r>
          </a:p>
          <a:p>
            <a:pPr lvl="0"/>
            <a:r>
              <a:rPr b="1"/>
              <a:t>Денежные переводы по всей Южной Азии</a:t>
            </a:r>
          </a:p>
          <a:p>
            <a:pPr lvl="0"/>
            <a:r>
              <a:rPr b="1"/>
              <a:t>Приоритетное обслуживание</a:t>
            </a:r>
          </a:p>
          <a:p>
            <a:pPr lvl="0"/>
            <a:r>
              <a:rPr b="1"/>
              <a:t>Полное цифровое управление в приложении ZX Bank Asia</a:t>
            </a:r>
          </a:p>
          <a:p>
            <a:pPr lvl="0" indent="0" marL="1270000">
              <a:buNone/>
            </a:pPr>
            <a:r>
              <a:rPr sz="2000" b="1"/>
              <a:t>Начните свой путь к успеху с расчётным счётом ZX Bank.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Откройте счёт прямо сейчас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подробными условиями обслуживания можно ознакомиться на нашем сайте или позвонив в службу поддержки клиентов по номеру </a:t>
            </a:r>
            <a:r>
              <a:rPr b="1"/>
              <a:t>1800-123-ZXBNK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2026-09-27T11:00:58Z</dcterms:created>
  <dcterms:modified xsi:type="dcterms:W3CDTF">2026-09-27T11:00:58Z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