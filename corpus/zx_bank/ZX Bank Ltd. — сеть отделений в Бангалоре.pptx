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— сеть отделений в Бангалоре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стремится предоставлять полный спектр доступных финансовых услуг по всему Бангалору — одному из самых динамичных мегаполисов Индии. Благодаря разветвлённой сети отделений в Северном, Южном, Восточном, Западном и Центральном Бангалоре клиенты пользуются удобным банковским обслуживанием рядом с домом. Отделения расположены с расчётом на жилые, деловые и новые технологические районы, поэтому банковское обслуживание удобно для каждого клиента.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Северный Бангалор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/>
                <a:gridCol w="889000"/>
                <a:gridCol w="95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 14, Беллари-роуд, Хеббал, Северный Бангалор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7-я миля, Джаккур-Мейн-роуд, Елаханка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21/3, Хеннур-Кросс, Кальян-Нагар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102, Амрутахалли-Мейн-роуд, Сахакара-Нагар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G-8, Ганга-Нагар, почтовое отделение R.T.-Нагар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28, Видьяраньяпура-Мейн-роуд, Нагенахалли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105, Танисандра-роуд, Нагавара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5, HBR-Лейаут, 5-й блок, Аутер-Ринг-роуд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080-41001208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Южный Бангалор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/>
                <a:gridCol w="901700"/>
                <a:gridCol w="96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88/5, Баннергхатта-Мейн-роуд, JP-Нагар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7-й Мейн, Джаянагар, 4-й блок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#271, Канакапура-Мейн-роуд, Банашанкари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54, BTM-Лейаут, 2-й этап, 100 ft Ринг-роуд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302, Electronic City, фаза 1, Ниладри-Нагар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148, HSR-Лейаут, сектор 2, Агара-Мейн-роуд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41/9, Саракки-Гейт, Уттарахалли-роуд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23, Кумарасвами-Лейаут, 1-й этап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080-41002208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Восточный Бангалор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/>
                <a:gridCol w="889000"/>
                <a:gridCol w="95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502, Уайтфилд-Мейн-роуд, ITPL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230, HAL-Эйрпорт-роуд, Муругешпалья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65, Индиранагар, 100 ft-роуд, 2-й этап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19, Каггадасапура-Мейн-роуд, CV-Раман-Нагар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88, Маратахалли-Бридж, Аутер-Ринг-роуд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 44, KR-Пурам, Тин-Фэктори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120, Брукфилд, Кундалахалли-Гейт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 Рамамурти-Нагар-Мейн-роуд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080-41003208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Западный Бангалор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/>
                <a:gridCol w="889000"/>
                <a:gridCol w="95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#15, промышленный городок Раджаджинагар, 2-й блок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88, Басавешваранагар-Мейн-роуд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70, Виджаянагар, 1-й этап, Хосахалли-Мейн-роуд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99C, Маллешварам, 8-й Кросс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17, Магади-Мейн-роуд, Камакшипалья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 промышленный пригород Яшвантпур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42, Говиндараджнагар, Виджаянагар-Экстеншн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080-41004207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Центральный Бангалор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/>
                <a:gridCol w="889000"/>
                <a:gridCol w="95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19, MG-роуд, Тринити-Сёркл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080-41005201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77, Лавелл-роуд, Ричмонд-Таун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080-41005202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 105, Бригейд-роуд, Ашок-Нагар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080-41005203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 Сент-Маркс-роуд, Шантала-Нагар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080-41005204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36, Каннингем-роуд, Васант-Нагар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080-41005205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40, Шиваджинагар, Инфантри-роуд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080-41005206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2026-09-27T11:00:46Z</dcterms:created>
  <dcterms:modified xsi:type="dcterms:W3CDTF">2026-09-27T11:00:46Z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