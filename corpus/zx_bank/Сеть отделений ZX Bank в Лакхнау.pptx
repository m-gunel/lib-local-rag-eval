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отделений ZX Bank в Лакхнау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создал разветвлённую банковскую сеть по всему Лакхнау, чтобы жители каждого крупного региона города — Северного, Южного, Восточного, Западного и Центрального Лакхнау — могли без труда пользоваться современными банковскими услугами. Благодаря 22 стратегически расположенным отделениям клиенты по всему городу получают удобное банковское обслуживание, персональные консультации и цифровые услуги. В таблицах ниже для удобства по регионам приведены адреса отделений ZX Bank, коды IFSC и контактные телефоны.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Северном Лакхнау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1028700"/>
                <a:gridCol w="115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Алигандж-Мейн-роуд, сектор C, Алигандж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0522-2220101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Ситапур-роуд, Кальянпур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0522-2230145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Джанкипурам-Экстеншн, рядом с инженерным колледжем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0522-2240501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Викас-Нагар, сектор 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0522-2250603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Маханагар, рядом с Рам-Рам-Банк-Сёркл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0522-2260312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Южном Лакхнау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/>
                <a:gridCol w="812800"/>
                <a:gridCol w="901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Райбарели-роуд, Саут-Сити-Гейт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0522-2370407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Телибагх-Маркет, рядом с сектором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0522-2380784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PGI-роуд, напротив больницы SGPGI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0522-2390842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Кришна-Нагар-Чоук, рядом со станцией метро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0522-2400123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Кантонмент-роуд, отделение в аэропорту Амауси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0522-2410678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Восточном Лакхнау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/>
                <a:gridCol w="1016000"/>
                <a:gridCol w="1143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Гомти-Нагар, Вирадж-Кханд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0522-2550452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Индира-Нагар, сектор 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0522-2560741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Чинхат-Маркет, Файзабад-роуд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0522-2570547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Перекрёсток Политехник, рядом с метро Лекхрадж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0522-2580649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Западном Лакхнау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1028700"/>
                <a:gridCol w="115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Раджаджипурам, сектор 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0522-2610844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Айшбагх-роуд, рядом с Милл-Эриа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0522-2620625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Аламбагх-Мейн-Маркет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0522-2630233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Чарбагх, рядом с железнодорожным вокзалом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0522-2640518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Центральном Лакхнау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1028700"/>
                <a:gridCol w="115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Хазратгандж, Видхан-Сабха-марг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0522-2310745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Кайсербагх, рядом с судом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0522-2320312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Аминабад, Латуш-роуд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0522-2330839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Лалбагх, M.G.-роуд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0522-2340934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Чоук, рядом с Jawahar Bhawan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0522-2350647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2026-09-27T11:01:03Z</dcterms:created>
  <dcterms:modified xsi:type="dcterms:W3CDTF">2026-09-27T11:01:03Z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