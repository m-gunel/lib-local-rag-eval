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Банкоматы ZX Bank в Бутане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предоставляет удобный доступ к своим услугам цифрового банкинга в Бутане через сеть банкоматов. Ниже приведены сведения о наших банкоматах по всей стране (</a:t>
            </a:r>
            <a:r>
              <a:rPr i="1"/>
              <a:t>адреса условные и приведены для примера</a:t>
            </a:r>
            <a:r>
              <a:rPr/>
              <a:t>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1739900"/>
                <a:gridCol w="2527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Местоположение/отделение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Тхимпху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Главное отделение в Тхимпху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Чортен-лам, Норзин, Тхимпху 11001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Тхимпху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 Center Mall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2-й этаж, Норзин-лам, Тхимпху 11001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Паро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в городе Паро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Мейн-стрит, Цонгдуэ, Паро 12001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Пунакха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Район Пунакха-дзонга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Пунакха-Тронгса-хайвей, Пунакха 13001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Пхунчолинг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у ворот Пхунчолинга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Бэнк-роуд, напротив главных ворот, Пхунчолинг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Пхунчолинг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Банкомат на Роял-Маркет-Сквер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33/2 торговый центр, Пхунчолинг 21001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Вангди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в Вангди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объездная дорога Лобеса, Вангди-Пходранг 14001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Бумтанг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в посёлке Бумтанг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Чокхор, Джакар, Бумтанг 32001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Самдруп-Джонгкхар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в Самдруп-Джонгкхаре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Дунгсам-лам, Самдруп-Джонгкхар 42001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Тронгса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Торговый комплекс в Тронгсе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Мейн-Базар-роуд, Тронгса 16001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Трашиганг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Главное отделение в Трашиганге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Khangkhu Complex, Трашиганг 42001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Монгар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Отделение Монгар-Базар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Монгар-Лоуэр-Маркет, Монгар 43001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Гелепху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Центральное отделение в Гелепху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район Пелритханг, Гелепху 15001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Паро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Банкомат в аэропорту Паро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здание терминала, международный аэропорт Паро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Пункт в городе Ха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район Ха-дзонга, Ха 13001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Всего банкоматов ZX Bank в Бутане:</a:t>
            </a:r>
            <a:r>
              <a:rPr/>
              <a:t> 15</a:t>
            </a:r>
          </a:p>
          <a:p>
            <a:pPr lvl="0" indent="0" marL="0">
              <a:buNone/>
            </a:pPr>
            <a:r>
              <a:rPr i="1"/>
              <a:t>Во всех банкоматах ZX Bank доступны:</a:t>
            </a:r>
            <a:r>
              <a:rPr/>
              <a:t> - снятие наличных 24/7 - запрос баланса - печать мини-выписки - снятие наличных без карты по QR-коду (поддерживается в приложении ZX Bank Asia)</a:t>
            </a:r>
          </a:p>
          <a:p>
            <a:pPr lvl="0" indent="0" marL="0">
              <a:buNone/>
            </a:pPr>
            <a:r>
              <a:rPr/>
              <a:t>Полный перечень услуг и последние обновления смотрите на сайте: </a:t>
            </a:r>
            <a:r>
              <a:rPr>
                <a:hlinkClick r:id="rId2"/>
              </a:rPr>
              <a:t>www.zxbank.asia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2026-09-27T11:00:48Z</dcterms:created>
  <dcterms:modified xsi:type="dcterms:W3CDTF">2026-09-27T11:00:48Z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