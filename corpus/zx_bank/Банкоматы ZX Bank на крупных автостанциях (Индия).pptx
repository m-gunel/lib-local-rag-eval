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Банкоматы ZX Bank на крупных автостанциях (Индия)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обеспечивает пассажирам удобный доступ к наличным: банкоматы установлены на крупных автостанциях в следующих городах: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Мумбаи — Махараштра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Мумбаи-Сентрал</a:t>
            </a:r>
          </a:p>
          <a:p>
            <a:pPr lvl="1"/>
            <a:r>
              <a:rPr/>
              <a:t>Адрес: автостанция Мумбаи-Сентрал, Доктор-Анандрао-Наир-роуд, Мумбаи, 400008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Дадар-TT</a:t>
            </a:r>
          </a:p>
          <a:p>
            <a:pPr lvl="1"/>
            <a:r>
              <a:rPr/>
              <a:t>Адрес: Дадар-TT-Сёркл, Дадар (восток), Мумбаи, 400014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Боривали</a:t>
            </a:r>
          </a:p>
          <a:p>
            <a:pPr lvl="1"/>
            <a:r>
              <a:rPr/>
              <a:t>Адрес: автовокзал ST Боривали (запад), S.V.-роуд, Боривали, Мумбаи, 400092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Курла Неру-Нагар</a:t>
            </a:r>
          </a:p>
          <a:p>
            <a:pPr lvl="1"/>
            <a:r>
              <a:rPr/>
              <a:t>Адрес: Неру-Нагар, Курла (восток), Мумбаи, 400024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Чембур Даймонд-Гарден</a:t>
            </a:r>
          </a:p>
          <a:p>
            <a:pPr lvl="1"/>
            <a:r>
              <a:rPr/>
              <a:t>Адрес: автостанция Даймонд-Гарден, Чембур (восток), Мумбаи, 400071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Андхери (восток)</a:t>
            </a:r>
          </a:p>
          <a:p>
            <a:pPr lvl="1"/>
            <a:r>
              <a:rPr/>
              <a:t>Адрес: Андхери-Курла-роуд, Андхери (восток), Мумбаи, 400069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Дели — Национальный столичный округ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ISBT (межштатный автовокзал) Кашмири-Гейт</a:t>
            </a:r>
          </a:p>
          <a:p>
            <a:pPr lvl="1"/>
            <a:r>
              <a:rPr/>
              <a:t>Адрес: ISBT Кашмири-Гейт, ISBT имени Махараны Пратапа, Дели, 110006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Сарай-Кале-Хан</a:t>
            </a:r>
          </a:p>
          <a:p>
            <a:pPr lvl="1"/>
            <a:r>
              <a:rPr/>
              <a:t>Адрес: автостанция Сарай-Кале-Хан, Ринг-роуд, Дели, 110013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ISBT Ананд-Вихар</a:t>
            </a:r>
          </a:p>
          <a:p>
            <a:pPr lvl="1"/>
            <a:r>
              <a:rPr/>
              <a:t>Адрес: терминал Ананд-Вихар, Дели, 110092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Дварка, сектор 21</a:t>
            </a:r>
          </a:p>
          <a:p>
            <a:pPr lvl="1"/>
            <a:r>
              <a:rPr/>
              <a:t>Адрес: Дварка, сектор 21, автостанция у станции метро, Дели, 110077</a:t>
            </a:r>
          </a:p>
          <a:p>
            <a:pPr lvl="0" indent="-342900" marL="342900">
              <a:buAutoNum type="arabicPeriod"/>
            </a:pPr>
            <a:r>
              <a:rPr b="1"/>
              <a:t>Банкомат на ISBT имени Махараны Пратапа</a:t>
            </a:r>
          </a:p>
          <a:p>
            <a:pPr lvl="1"/>
            <a:r>
              <a:rPr/>
              <a:t>Адрес: ISBT имени Махараны Пратапа, GT-роуд, Кашмири-Гейт, Дели, 110006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Дели-Гейт</a:t>
            </a:r>
          </a:p>
          <a:p>
            <a:pPr lvl="1"/>
            <a:r>
              <a:rPr/>
              <a:t>Адрес: Дели-Гейт, Дарьягандж, Дели, 110002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Бангалор (Бенгалуру) — Карнатака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Кемпегауда Маджестик</a:t>
            </a:r>
          </a:p>
          <a:p>
            <a:pPr lvl="1"/>
            <a:r>
              <a:rPr/>
              <a:t>Адрес: Маджестик, рядом с автостанцией KSRTC, Бангалор, 560009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Шантинагар</a:t>
            </a:r>
          </a:p>
          <a:p>
            <a:pPr lvl="1"/>
            <a:r>
              <a:rPr/>
              <a:t>Адрес: автостанция BMTC, Шантинагар, Бангалор, 560027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Майсур-роуд Сателлайт</a:t>
            </a:r>
          </a:p>
          <a:p>
            <a:pPr lvl="1"/>
            <a:r>
              <a:rPr/>
              <a:t>Адрес: автобусная остановка Майсур-роуд Сателлайт, Бангалор, 560026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Пинья</a:t>
            </a:r>
          </a:p>
          <a:p>
            <a:pPr lvl="1"/>
            <a:r>
              <a:rPr/>
              <a:t>Адрес: промышленная зона Пинья, рядом с автостанцией KSRTC, Бангалор, 560058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Йешвантпур</a:t>
            </a:r>
          </a:p>
          <a:p>
            <a:pPr lvl="1"/>
            <a:r>
              <a:rPr/>
              <a:t>Адрес: автостанция Йешвантпур, Тумкур-роуд, Бангалор, 560022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Банашанкари TTMC</a:t>
            </a:r>
          </a:p>
          <a:p>
            <a:pPr lvl="1"/>
            <a:r>
              <a:rPr/>
              <a:t>Адрес: автобусный терминал Банашанкари, Канакапура-роуд, Бангалор, 560085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Хайдарабад — Телангана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имени Махатмы Ганди (MGBS)</a:t>
            </a:r>
          </a:p>
          <a:p>
            <a:pPr lvl="1"/>
            <a:r>
              <a:rPr/>
              <a:t>Адрес: MGBS, Гоулигуда, Хайдарабад, 500012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Джубили</a:t>
            </a:r>
          </a:p>
          <a:p>
            <a:pPr lvl="1"/>
            <a:r>
              <a:rPr/>
              <a:t>Адрес: автостанция Джубили, Секундерабад, Хайдарабад, 500003</a:t>
            </a:r>
          </a:p>
          <a:p>
            <a:pPr lvl="0" indent="-342900" marL="342900">
              <a:buAutoNum type="arabicPeriod"/>
            </a:pPr>
            <a:r>
              <a:rPr b="1"/>
              <a:t>Банкомат у старой автобусной остановки Амирпет</a:t>
            </a:r>
          </a:p>
          <a:p>
            <a:pPr lvl="1"/>
            <a:r>
              <a:rPr/>
              <a:t>Адрес: Амирпет-Мейн-роуд, Хайдарабад, 500016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Мехдипатнам</a:t>
            </a:r>
          </a:p>
          <a:p>
            <a:pPr lvl="1"/>
            <a:r>
              <a:rPr/>
              <a:t>Адрес: Мехдипатнам-Ринг-роуд, Хайдарабад, 500028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Дилсукхнагар</a:t>
            </a:r>
          </a:p>
          <a:p>
            <a:pPr lvl="1"/>
            <a:r>
              <a:rPr/>
              <a:t>Адрес: Дилсукхнагар, Хайдарабад, 500060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Кукатпалли</a:t>
            </a:r>
          </a:p>
          <a:p>
            <a:pPr lvl="1"/>
            <a:r>
              <a:rPr/>
              <a:t>Адрес: Кукатпалли, рядом с колледжем JNTU, Хайдарабад, 500072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Ченнаи — Тамилнад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автобусном терминале Ченнаи-Мофуссил (CMBT)</a:t>
            </a:r>
          </a:p>
          <a:p>
            <a:pPr lvl="1"/>
            <a:r>
              <a:rPr/>
              <a:t>Адрес: CMBT, Коямбеду, Ченнаи, 600107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Тамбарам</a:t>
            </a:r>
          </a:p>
          <a:p>
            <a:pPr lvl="1"/>
            <a:r>
              <a:rPr/>
              <a:t>Адрес: Восточный Тамбарам, GST-роуд, Ченнаи, 600059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Бродвей</a:t>
            </a:r>
          </a:p>
          <a:p>
            <a:pPr lvl="1"/>
            <a:r>
              <a:rPr/>
              <a:t>Адрес: автобусный терминал Бродвей, Паррис, Ченнаи, 600108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Адьяр</a:t>
            </a:r>
          </a:p>
          <a:p>
            <a:pPr lvl="1"/>
            <a:r>
              <a:rPr/>
              <a:t>Адрес: автостанция Адьяр, Сардар-Пател-роуд, Ченнаи, 600020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T-Нагар</a:t>
            </a:r>
          </a:p>
          <a:p>
            <a:pPr lvl="1"/>
            <a:r>
              <a:rPr/>
              <a:t>Адрес: Понди-Базар, T-Нагар, Ченнаи, 600017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Анна-Нагар (запад)</a:t>
            </a:r>
          </a:p>
          <a:p>
            <a:pPr lvl="1"/>
            <a:r>
              <a:rPr/>
              <a:t>Адрес: 15-я Мейн-роуд, Анна-Нагар (запад), Ченнаи, 600040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Колката — Западная Бенгалия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Эспланейд</a:t>
            </a:r>
          </a:p>
          <a:p>
            <a:pPr lvl="1"/>
            <a:r>
              <a:rPr/>
              <a:t>Адрес: автобусный терминал Эспланейд, Колката, 700013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Карунамои</a:t>
            </a:r>
          </a:p>
          <a:p>
            <a:pPr lvl="1"/>
            <a:r>
              <a:rPr/>
              <a:t>Адрес: автостанция Карунамои, Солт-Лейк, Колката, 700064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автобусном терминале Хаора</a:t>
            </a:r>
          </a:p>
          <a:p>
            <a:pPr lvl="1"/>
            <a:r>
              <a:rPr/>
              <a:t>Адрес: автобусный комплекс у вокзала Хаора, Хаора, Колката, 711101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Гария</a:t>
            </a:r>
          </a:p>
          <a:p>
            <a:pPr lvl="1"/>
            <a:r>
              <a:rPr/>
              <a:t>Адрес: автостанция Гария, Гария-Мейн-роуд, Колката, 700084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Дум-Дум Нагербазар</a:t>
            </a:r>
          </a:p>
          <a:p>
            <a:pPr lvl="1"/>
            <a:r>
              <a:rPr/>
              <a:t>Адрес: Нагербазар, Дум-Дум, Колката, 700028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Сиалдах</a:t>
            </a:r>
          </a:p>
          <a:p>
            <a:pPr lvl="1"/>
            <a:r>
              <a:rPr/>
              <a:t>Адрес: Сиалдах (юг), Бепин-Бехари-Гангули-стрит, Колката, 700014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Пуна — Махараштра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Сваргейт</a:t>
            </a:r>
          </a:p>
          <a:p>
            <a:pPr lvl="1"/>
            <a:r>
              <a:rPr/>
              <a:t>Адрес: автостанция ST Сваргейт, Сатара-роуд, Пуна, 411042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Шиваджинагар</a:t>
            </a:r>
          </a:p>
          <a:p>
            <a:pPr lvl="1"/>
            <a:r>
              <a:rPr/>
              <a:t>Адрес: Шиваджинагар, Пуна, 411005</a:t>
            </a:r>
          </a:p>
          <a:p>
            <a:pPr lvl="0" indent="-342900" marL="342900">
              <a:buAutoNum type="arabicPeriod"/>
            </a:pPr>
            <a:r>
              <a:rPr b="1"/>
              <a:t>Банкомат у автобусной остановки Декан</a:t>
            </a:r>
          </a:p>
          <a:p>
            <a:pPr lvl="1"/>
            <a:r>
              <a:rPr/>
              <a:t>Адрес: J.M.-роуд, Декан-Джимхана, Пуна, 411004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Пимпри-Чинчвад</a:t>
            </a:r>
          </a:p>
          <a:p>
            <a:pPr lvl="1"/>
            <a:r>
              <a:rPr/>
              <a:t>Адрес: автостанция Нигди, Пимпри-Чинчвад, Пуна, 411044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Котхруд-Депо</a:t>
            </a:r>
          </a:p>
          <a:p>
            <a:pPr lvl="1"/>
            <a:r>
              <a:rPr/>
              <a:t>Адрес: автостанция Котхруд, Пауд-роуд, Пуна, 411038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Хадапсар Гадитал</a:t>
            </a:r>
          </a:p>
          <a:p>
            <a:pPr lvl="1"/>
            <a:r>
              <a:rPr/>
              <a:t>Адрес: Пуна-Солапур-роуд, Хадапсар, Пуна, 411028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Ахмадабад — Гуджарат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Гита-Мандир</a:t>
            </a:r>
          </a:p>
          <a:p>
            <a:pPr lvl="1"/>
            <a:r>
              <a:rPr/>
              <a:t>Адрес: автобусный терминал Гита-Мандир, Ахмадабад, 380022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RTO-Сёркл</a:t>
            </a:r>
          </a:p>
          <a:p>
            <a:pPr lvl="1"/>
            <a:r>
              <a:rPr/>
              <a:t>Адрес: RTO-Сёркл, Субхаш-Бридж, Ахмадабад, 380027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Манинагар</a:t>
            </a:r>
          </a:p>
          <a:p>
            <a:pPr lvl="1"/>
            <a:r>
              <a:rPr/>
              <a:t>Адрес: Манинагар (восток), Ахмадабад, 380008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Нерунагар-Кросс-роуд</a:t>
            </a:r>
          </a:p>
          <a:p>
            <a:pPr lvl="1"/>
            <a:r>
              <a:rPr/>
              <a:t>Адрес: Нерунагар, Сателлайт-роуд, Ахмадабад, 380015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Калупур</a:t>
            </a:r>
          </a:p>
          <a:p>
            <a:pPr lvl="1"/>
            <a:r>
              <a:rPr/>
              <a:t>Адрес: Рилиф-роуд, Калупур, Ахмадабад, 380001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Палди</a:t>
            </a:r>
          </a:p>
          <a:p>
            <a:pPr lvl="1"/>
            <a:r>
              <a:rPr/>
              <a:t>Адрес: Палди-Чар-Раста, Ахмадабад, 380007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Сурат — Гуджарат</a:t>
            </a:r>
          </a:p>
          <a:p>
            <a:pPr lvl="0" indent="-342900" marL="342900">
              <a:buAutoNum type="arabicPeriod"/>
            </a:pPr>
            <a:r>
              <a:rPr b="1"/>
              <a:t>Банкомат на центральной автостанции ST в Сурате</a:t>
            </a:r>
          </a:p>
          <a:p>
            <a:pPr lvl="1"/>
            <a:r>
              <a:rPr/>
              <a:t>Адрес: Сардар-Валлабхбхаи-Пател-Маркет, Сурат, 395003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Ададжан</a:t>
            </a:r>
          </a:p>
          <a:p>
            <a:pPr lvl="1"/>
            <a:r>
              <a:rPr/>
              <a:t>Адрес: Ададжан-Патиа-роуд, Ададжан, Сурат, 395009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Удхна</a:t>
            </a:r>
          </a:p>
          <a:p>
            <a:pPr lvl="1"/>
            <a:r>
              <a:rPr/>
              <a:t>Адрес: Удхна-Мейн-роуд, Сурат, 394210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Варачха</a:t>
            </a:r>
          </a:p>
          <a:p>
            <a:pPr lvl="1"/>
            <a:r>
              <a:rPr/>
              <a:t>Адрес: Варачха-Мейн-роуд, Сурат, 395006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Ринг-роуд</a:t>
            </a:r>
          </a:p>
          <a:p>
            <a:pPr lvl="1"/>
            <a:r>
              <a:rPr/>
              <a:t>Адрес: Текстайл-Маркет, Ринг-роуд, Сурат, 395002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Атва-Гейт</a:t>
            </a:r>
          </a:p>
          <a:p>
            <a:pPr lvl="1"/>
            <a:r>
              <a:rPr/>
              <a:t>Адрес: Атва-Гейт, Сурат, 395001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Джайпур — Раджастхан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Синдхи-Кэмп</a:t>
            </a:r>
          </a:p>
          <a:p>
            <a:pPr lvl="1"/>
            <a:r>
              <a:rPr/>
              <a:t>Адрес: Стейшн-роуд, Синдхи-Кэмп, Джайпур, 302001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Нараян-Сингх-Сёркл</a:t>
            </a:r>
          </a:p>
          <a:p>
            <a:pPr lvl="1"/>
            <a:r>
              <a:rPr/>
              <a:t>Адрес: Нараян-Сингх-Сёркл, Тонк-роуд, Джайпур, 302004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Баис-Годам</a:t>
            </a:r>
          </a:p>
          <a:p>
            <a:pPr lvl="1"/>
            <a:r>
              <a:rPr/>
              <a:t>Адрес: Баис-Годам, Джайпур, 302006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Мансаровар</a:t>
            </a:r>
          </a:p>
          <a:p>
            <a:pPr lvl="1"/>
            <a:r>
              <a:rPr/>
              <a:t>Адрес: станция метро Мансаровар, Джайпур, 302020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Чому-Хаус</a:t>
            </a:r>
          </a:p>
          <a:p>
            <a:pPr lvl="1"/>
            <a:r>
              <a:rPr/>
              <a:t>Адрес: Чому-Хаус-Сёркл, Джайпур, 302001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Аджмери-Гейт</a:t>
            </a:r>
          </a:p>
          <a:p>
            <a:pPr lvl="1"/>
            <a:r>
              <a:rPr/>
              <a:t>Адрес: Аджмери-Гейт, MI-роуд, Джайпур, 302001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Лакхнау — Уттар-Прадеш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Кайсербагх</a:t>
            </a:r>
          </a:p>
          <a:p>
            <a:pPr lvl="1"/>
            <a:r>
              <a:rPr/>
              <a:t>Адрес: автостанция Кайсербагх, Хусайнгандж, Лакхнау, 226018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Аламбагх</a:t>
            </a:r>
          </a:p>
          <a:p>
            <a:pPr lvl="1"/>
            <a:r>
              <a:rPr/>
              <a:t>Адрес: Канпур-роуд, Аламбагх, Лакхнау, 226005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Аминабад</a:t>
            </a:r>
          </a:p>
          <a:p>
            <a:pPr lvl="1"/>
            <a:r>
              <a:rPr/>
              <a:t>Адрес: Аминабад-роуд, Лакхнау, 226018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Чарбагх</a:t>
            </a:r>
          </a:p>
          <a:p>
            <a:pPr lvl="1"/>
            <a:r>
              <a:rPr/>
              <a:t>Адрес: район железнодорожного вокзала Лакхнау, Чарбагх, Лакхнау, 226004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Политехник-Чаураха</a:t>
            </a:r>
          </a:p>
          <a:p>
            <a:pPr lvl="1"/>
            <a:r>
              <a:rPr/>
              <a:t>Адрес: Политехник-Чаураха, Файзабад-роуд, Лакхнау, 226016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Гомти-Нагар</a:t>
            </a:r>
          </a:p>
          <a:p>
            <a:pPr lvl="1"/>
            <a:r>
              <a:rPr/>
              <a:t>Адрес: Патракарпурам, Гомти-Нагар, Лакхнау, 226010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Канпур — Уттар-Прадеш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Джхакаркати</a:t>
            </a:r>
          </a:p>
          <a:p>
            <a:pPr lvl="1"/>
            <a:r>
              <a:rPr/>
              <a:t>Адрес: GT-роуд, Джхакаркати, Канпур, 208012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Фазалгандж</a:t>
            </a:r>
          </a:p>
          <a:p>
            <a:pPr lvl="1"/>
            <a:r>
              <a:rPr/>
              <a:t>Адрес: Фазалгандж, Канпур, 208012</a:t>
            </a:r>
          </a:p>
          <a:p>
            <a:pPr lvl="0" indent="-342900" marL="342900">
              <a:buAutoNum type="arabicPeriod"/>
            </a:pPr>
            <a:r>
              <a:rPr b="1"/>
              <a:t>Банкомат у автобусной остановки Говинд-Нагар</a:t>
            </a:r>
          </a:p>
          <a:p>
            <a:pPr lvl="1"/>
            <a:r>
              <a:rPr/>
              <a:t>Адрес: Говинд-Нагар, Канпур, 208006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Барра</a:t>
            </a:r>
          </a:p>
          <a:p>
            <a:pPr lvl="1"/>
            <a:r>
              <a:rPr/>
              <a:t>Адрес: Барра-Мейн-роуд, Канпур, 208027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Викаш-Нагар</a:t>
            </a:r>
          </a:p>
          <a:p>
            <a:pPr lvl="1"/>
            <a:r>
              <a:rPr/>
              <a:t>Адрес: Викас-Нагар, Канпур, 208024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Раватпур</a:t>
            </a:r>
          </a:p>
          <a:p>
            <a:pPr lvl="1"/>
            <a:r>
              <a:rPr/>
              <a:t>Адрес: Раватпур, Канпур, 208019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Нагпур — Махараштра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Ганешпет</a:t>
            </a:r>
          </a:p>
          <a:p>
            <a:pPr lvl="1"/>
            <a:r>
              <a:rPr/>
              <a:t>Адрес: центральная автостанция Ганешпет, Нагпур, 440018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Мор-Бхаван</a:t>
            </a:r>
          </a:p>
          <a:p>
            <a:pPr lvl="1"/>
            <a:r>
              <a:rPr/>
              <a:t>Адрес: автостанция ST Мор-Бхаван, Ситабулди, Нагпур, 440012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Парди</a:t>
            </a:r>
          </a:p>
          <a:p>
            <a:pPr lvl="1"/>
            <a:r>
              <a:rPr/>
              <a:t>Адрес: Парди, Бхандара-роуд, Нагпур, 440008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Вардхаман-Нагар</a:t>
            </a:r>
          </a:p>
          <a:p>
            <a:pPr lvl="1"/>
            <a:r>
              <a:rPr/>
              <a:t>Адрес: Вардхаман-Нагар, Нагпур, 440008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Имамбада</a:t>
            </a:r>
          </a:p>
          <a:p>
            <a:pPr lvl="1"/>
            <a:r>
              <a:rPr/>
              <a:t>Адрес: Имамбада, Нагпур, 440018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Джарипатка</a:t>
            </a:r>
          </a:p>
          <a:p>
            <a:pPr lvl="1"/>
            <a:r>
              <a:rPr/>
              <a:t>Адрес: Кампти-роуд, Джарипатка, Нагпур, 440014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Индаур — Мадхья-Прадеш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Сарвате</a:t>
            </a:r>
          </a:p>
          <a:p>
            <a:pPr lvl="1"/>
            <a:r>
              <a:rPr/>
              <a:t>Адрес: автостанция Сарвате, Чхоти-Гвалтоли, Индаур, 452001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Гангвал</a:t>
            </a:r>
          </a:p>
          <a:p>
            <a:pPr lvl="1"/>
            <a:r>
              <a:rPr/>
              <a:t>Адрес: автостанция Гангвал, Джавахар-марг, Индаур, 452007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Наи-Садак</a:t>
            </a:r>
          </a:p>
          <a:p>
            <a:pPr lvl="1"/>
            <a:r>
              <a:rPr/>
              <a:t>Адрес: Наи-Садак, Раджвада, Индаур, 452002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Виджай-Нагар</a:t>
            </a:r>
          </a:p>
          <a:p>
            <a:pPr lvl="1"/>
            <a:r>
              <a:rPr/>
              <a:t>Адрес: Виджай-Нагар, Индаур, 452010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Мусакхеди</a:t>
            </a:r>
          </a:p>
          <a:p>
            <a:pPr lvl="1"/>
            <a:r>
              <a:rPr/>
              <a:t>Адрес: Мусакхеди, Индаур, 452001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Паласия</a:t>
            </a:r>
          </a:p>
          <a:p>
            <a:pPr lvl="1"/>
            <a:r>
              <a:rPr/>
              <a:t>Адрес: Паласия-Сквер, Индаур, 452018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Бхопал — Мадхья-Прадеш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ISBT Бхопал</a:t>
            </a:r>
          </a:p>
          <a:p>
            <a:pPr lvl="1"/>
            <a:r>
              <a:rPr/>
              <a:t>Адрес: автостанция имени Кушабхау Тхакре, ISBT, Хабибгандж, Бхопал, 462016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Надра</a:t>
            </a:r>
          </a:p>
          <a:p>
            <a:pPr lvl="1"/>
            <a:r>
              <a:rPr/>
              <a:t>Адрес: автостанция Надра, Хамидия-роуд, Бхопал, 462001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Борд-Офис-Сквер</a:t>
            </a:r>
          </a:p>
          <a:p>
            <a:pPr lvl="1"/>
            <a:r>
              <a:rPr/>
              <a:t>Адрес: Борд-Офис-Чоураха, MP-Нагар, Бхопал, 462011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Халалпур</a:t>
            </a:r>
          </a:p>
          <a:p>
            <a:pPr lvl="1"/>
            <a:r>
              <a:rPr/>
              <a:t>Адрес: автостанция Халалпур, Бхопал, 462037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Берасия</a:t>
            </a:r>
          </a:p>
          <a:p>
            <a:pPr lvl="1"/>
            <a:r>
              <a:rPr/>
              <a:t>Адрес: Берасия-роуд, Бхопал, 463106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Мисрод</a:t>
            </a:r>
          </a:p>
          <a:p>
            <a:pPr lvl="1"/>
            <a:r>
              <a:rPr/>
              <a:t>Адрес: Мисрод, Хошангабад-роуд, Бхопал, 462026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Вишакхапатнам — Андхра-Прадеш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RTC Complex</a:t>
            </a:r>
          </a:p>
          <a:p>
            <a:pPr lvl="1"/>
            <a:r>
              <a:rPr/>
              <a:t>Адрес: RTC Complex, Дварака-Нагар, Вишакхапатнам, 530016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Маддилапалем</a:t>
            </a:r>
          </a:p>
          <a:p>
            <a:pPr lvl="1"/>
            <a:r>
              <a:rPr/>
              <a:t>Адрес: автостанция Маддилапалем, Вишакхапатнам, 530013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Гаджувака</a:t>
            </a:r>
          </a:p>
          <a:p>
            <a:pPr lvl="1"/>
            <a:r>
              <a:rPr/>
              <a:t>Адрес: Гаджувака-Джанкшн, Вишакхапатнам, 530026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NAD-Котха-роуд</a:t>
            </a:r>
          </a:p>
          <a:p>
            <a:pPr lvl="1"/>
            <a:r>
              <a:rPr/>
              <a:t>Адрес: NAD-Джанкшн, Вишакхапатнам, 530009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Курманнапалем</a:t>
            </a:r>
          </a:p>
          <a:p>
            <a:pPr lvl="1"/>
            <a:r>
              <a:rPr/>
              <a:t>Адрес: Курманнапалем, Вишакхапатнам, 530046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Симхачалам</a:t>
            </a:r>
          </a:p>
          <a:p>
            <a:pPr lvl="1"/>
            <a:r>
              <a:rPr/>
              <a:t>Адрес: Симхачалам-роуд, Вишакхапатнам, 530028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Патна — Бихар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Ганди-Майдан</a:t>
            </a:r>
          </a:p>
          <a:p>
            <a:pPr lvl="1"/>
            <a:r>
              <a:rPr/>
              <a:t>Адрес: Ганди-Майдан, Ашок-Раджпатх, Патна, 800001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Пхулвари-Шариф</a:t>
            </a:r>
          </a:p>
          <a:p>
            <a:pPr lvl="1"/>
            <a:r>
              <a:rPr/>
              <a:t>Адрес: Пхулвари-Шариф, Патна, 801505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Митха-Ним</a:t>
            </a:r>
          </a:p>
          <a:p>
            <a:pPr lvl="1"/>
            <a:r>
              <a:rPr/>
              <a:t>Адрес: Митха-Ним, Эксибишн-роуд, Патна, 800001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Данапур</a:t>
            </a:r>
          </a:p>
          <a:p>
            <a:pPr lvl="1"/>
            <a:r>
              <a:rPr/>
              <a:t>Адрес: Данапур-Кантт, Патна, 801503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Бейли-роуд</a:t>
            </a:r>
          </a:p>
          <a:p>
            <a:pPr lvl="1"/>
            <a:r>
              <a:rPr/>
              <a:t>Адрес: Бейли-роуд, Раджабазар, Патна, 800014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Канкарбагх</a:t>
            </a:r>
          </a:p>
          <a:p>
            <a:pPr lvl="1"/>
            <a:r>
              <a:rPr/>
              <a:t>Адрес: Канкарбагх, Патна, 800020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Вадодара (Барода) — Гуджарат</a:t>
            </a:r>
          </a:p>
          <a:p>
            <a:pPr lvl="0" indent="-342900" marL="342900">
              <a:buAutoNum type="arabicPeriod"/>
            </a:pPr>
            <a:r>
              <a:rPr b="1"/>
              <a:t>Банкомат на центральном автовокзале</a:t>
            </a:r>
          </a:p>
          <a:p>
            <a:pPr lvl="1"/>
            <a:r>
              <a:rPr/>
              <a:t>Адрес: Саяджигандж, центральная автостанция, Вадодара, 390002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Макарпура</a:t>
            </a:r>
          </a:p>
          <a:p>
            <a:pPr lvl="1"/>
            <a:r>
              <a:rPr/>
              <a:t>Адрес: Макарпура-роуд, Вадодара, 390013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Манджалпур</a:t>
            </a:r>
          </a:p>
          <a:p>
            <a:pPr lvl="1"/>
            <a:r>
              <a:rPr/>
              <a:t>Адрес: Манджалпур-роуд, Вадодара, 390011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Акота</a:t>
            </a:r>
          </a:p>
          <a:p>
            <a:pPr lvl="1"/>
            <a:r>
              <a:rPr/>
              <a:t>Адрес: Акота-роуд, Вадодара, 390020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Низампура</a:t>
            </a:r>
          </a:p>
          <a:p>
            <a:pPr lvl="1"/>
            <a:r>
              <a:rPr/>
              <a:t>Адрес: Низампура-Мейн-роуд, Вадодара, 390024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Вагходия-роуд</a:t>
            </a:r>
          </a:p>
          <a:p>
            <a:pPr lvl="1"/>
            <a:r>
              <a:rPr/>
              <a:t>Адрес: Вагходия-роуд, Вадодара, 390019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Лудхиана — Пенджаб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ISBT Лудхиана</a:t>
            </a:r>
          </a:p>
          <a:p>
            <a:pPr lvl="1"/>
            <a:r>
              <a:rPr/>
              <a:t>Адрес: ISBT Лудхиана, G.T.-роуд, Лудхиана, 141008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Джаграон-Бридж</a:t>
            </a:r>
          </a:p>
          <a:p>
            <a:pPr lvl="1"/>
            <a:r>
              <a:rPr/>
              <a:t>Адрес: Джаграон-Бридж-Чоук, Лудхиана, 141001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Гилл-роуд</a:t>
            </a:r>
          </a:p>
          <a:p>
            <a:pPr lvl="1"/>
            <a:r>
              <a:rPr/>
              <a:t>Адрес: Гилл-роуд, Лудхиана, 141003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Моти-Нагар</a:t>
            </a:r>
          </a:p>
          <a:p>
            <a:pPr lvl="1"/>
            <a:r>
              <a:rPr/>
              <a:t>Адрес: Моти-Нагар, Лудхиана, 141010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Дугри-роуд</a:t>
            </a:r>
          </a:p>
          <a:p>
            <a:pPr lvl="1"/>
            <a:r>
              <a:rPr/>
              <a:t>Адрес: Дугри-роуд, Лудхиана, 141013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Клок-Тауэр</a:t>
            </a:r>
          </a:p>
          <a:p>
            <a:pPr lvl="1"/>
            <a:r>
              <a:rPr/>
              <a:t>Адрес: рядом с Клок-Тауэр, старая автостанция, Лудхиана, 141008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Коимбатур — Тамилнад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Гандипурам</a:t>
            </a:r>
          </a:p>
          <a:p>
            <a:pPr lvl="1"/>
            <a:r>
              <a:rPr/>
              <a:t>Адрес: центральная автостанция Гандипурам, Коимбатур, 641012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Уккадам</a:t>
            </a:r>
          </a:p>
          <a:p>
            <a:pPr lvl="1"/>
            <a:r>
              <a:rPr/>
              <a:t>Адрес: автостанция Уккадам, Коимбатур, 641001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Синганаллур</a:t>
            </a:r>
          </a:p>
          <a:p>
            <a:pPr lvl="1"/>
            <a:r>
              <a:rPr/>
              <a:t>Адрес: Тричи-роуд, Синганаллур, Коимбатур, 641005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автовокзале Саибаба-Колони</a:t>
            </a:r>
          </a:p>
          <a:p>
            <a:pPr lvl="1"/>
            <a:r>
              <a:rPr/>
              <a:t>Адрес: Саибаба-Колони, Коимбатур, 641011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Ситра</a:t>
            </a:r>
          </a:p>
          <a:p>
            <a:pPr lvl="1"/>
            <a:r>
              <a:rPr/>
              <a:t>Адрес: Авинаши-роуд, район аэропорта, Коимбатур, 641014</a:t>
            </a:r>
          </a:p>
          <a:p>
            <a:pPr lvl="0" indent="-342900" marL="342900">
              <a:buAutoNum type="arabicPeriod"/>
            </a:pPr>
            <a:r>
              <a:rPr b="1"/>
              <a:t>Банкомат на автостанции Ондипудур</a:t>
            </a:r>
          </a:p>
          <a:p>
            <a:pPr lvl="1"/>
            <a:r>
              <a:rPr/>
              <a:t>Адрес: Ондипудур, Коимбатур, 641016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2026-09-27T11:01:20Z</dcterms:created>
  <dcterms:modified xsi:type="dcterms:W3CDTF">2026-09-27T11:01:20Z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