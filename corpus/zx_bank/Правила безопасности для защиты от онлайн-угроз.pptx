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Правила безопасности для защиты от онлайн-угроз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Безопасность в интернете крайне важна для защиты ваших персональных данных, финансов и цифровой личности. Вот основные правила безопасности («parasites» можно исправить на «practices»), которым стоит следовать: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Используйте надёжные уникальные пароли</a:t>
            </a:r>
          </a:p>
          <a:p>
            <a:pPr lvl="0"/>
            <a:r>
              <a:rPr/>
              <a:t>Создавайте сложные пароли из сочетания букв, цифр и символов.</a:t>
            </a:r>
          </a:p>
          <a:p>
            <a:pPr lvl="0"/>
            <a:r>
              <a:rPr/>
              <a:t>Не используйте один и тот же пароль на нескольких сайтах.</a:t>
            </a:r>
          </a:p>
          <a:p>
            <a:pPr lvl="0"/>
            <a:r>
              <a:rPr/>
              <a:t>Храните учётные данные в надёжном менеджере паролей.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Включите двухфакторную аутентификацию (2FA)</a:t>
            </a:r>
          </a:p>
          <a:p>
            <a:pPr lvl="0"/>
            <a:r>
              <a:rPr/>
              <a:t>Добавьте дополнительный уровень защиты с помощью 2FA для всех важных учётных записей (электронная почта, банк, социальные сети).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Остерегайтесь фишинговых схем</a:t>
            </a:r>
          </a:p>
          <a:p>
            <a:pPr lvl="0"/>
            <a:r>
              <a:rPr/>
              <a:t>Не переходите по подозрительным ссылкам и не скачивайте вложения из неизвестных источников.</a:t>
            </a:r>
          </a:p>
          <a:p>
            <a:pPr lvl="0"/>
            <a:r>
              <a:rPr/>
              <a:t>Внимательно проверяйте подлинность адресов электронной почты и URL.</a:t>
            </a:r>
          </a:p>
          <a:p>
            <a:pPr lvl="0"/>
            <a:r>
              <a:rPr/>
              <a:t>Никогда не сообщайте личную информацию по электронной почте или телефону, если контакт инициировали не вы.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Своевременно обновляйте программное обеспечение</a:t>
            </a:r>
          </a:p>
          <a:p>
            <a:pPr lvl="0"/>
            <a:r>
              <a:rPr/>
              <a:t>Регулярно обновляйте операционную систему, приложения, браузеры и антивирусные программы, чтобы устранять уязвимости.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Защитите свои устройства</a:t>
            </a:r>
          </a:p>
          <a:p>
            <a:pPr lvl="0"/>
            <a:r>
              <a:rPr/>
              <a:t>Используйте блокировку экрана (PIN-код, пароль или отпечаток пальца) на смартфонах и компьютерах.</a:t>
            </a:r>
          </a:p>
          <a:p>
            <a:pPr lvl="0"/>
            <a:r>
              <a:rPr/>
              <a:t>Установите надёжное антивирусное ПО и средства защиты от вредоносных программ.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Используйте защищённые подключения</a:t>
            </a:r>
          </a:p>
          <a:p>
            <a:pPr lvl="0"/>
            <a:r>
              <a:rPr/>
              <a:t>Не пользуйтесь общедоступным Wi-Fi для важных операций; при необходимости используйте VPN.</a:t>
            </a:r>
          </a:p>
          <a:p>
            <a:pPr lvl="0"/>
            <a:r>
              <a:rPr/>
              <a:t>Вводите личные или финансовые данные только на сайтах с HTTPS.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Следите за банковскими и кредитными счетами</a:t>
            </a:r>
          </a:p>
          <a:p>
            <a:pPr lvl="0"/>
            <a:r>
              <a:rPr/>
              <a:t>Регулярно проверяйте выписки на наличие несанкционированных операций.</a:t>
            </a:r>
          </a:p>
          <a:p>
            <a:pPr lvl="0"/>
            <a:r>
              <a:rPr/>
              <a:t>Настройте мгновенные оповещения об операциях по счёту.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Управляйте настройками конфиденциальности</a:t>
            </a:r>
          </a:p>
          <a:p>
            <a:pPr lvl="0"/>
            <a:r>
              <a:rPr/>
              <a:t>Ограничьте объём информации, которой вы делитесь в социальных сетях, и настройте параметры конфиденциальности.</a:t>
            </a:r>
          </a:p>
          <a:p>
            <a:pPr lvl="0"/>
            <a:r>
              <a:rPr/>
              <a:t>С осторожностью относитесь к приложениям, которые запрашивают лишние разрешения.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Создавайте резервные копии важных данных</a:t>
            </a:r>
          </a:p>
          <a:p>
            <a:pPr lvl="0"/>
            <a:r>
              <a:rPr/>
              <a:t>Регулярно создавайте резервные копии файлов в защищённом облачном сервисе или на внешнем устройстве.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Повышайте осведомлённость и будьте в курсе</a:t>
            </a:r>
          </a:p>
          <a:p>
            <a:pPr lvl="0"/>
            <a:r>
              <a:rPr/>
              <a:t>Узнавайте о новых и появляющихся онлайн-угрозах.</a:t>
            </a:r>
          </a:p>
          <a:p>
            <a:pPr lvl="0"/>
            <a:r>
              <a:rPr/>
              <a:t>Участвуйте в программах повышения осведомлённости о кибербезопасности.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Будьте бдительны и действуйте на опережение. Привычки безопасного поведения в интернете защищают вашу личность, деньги и душевное спокойствие!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2026-09-27T11:01:13Z</dcterms:created>
  <dcterms:modified xsi:type="dcterms:W3CDTF">2026-09-27T11:01:13Z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