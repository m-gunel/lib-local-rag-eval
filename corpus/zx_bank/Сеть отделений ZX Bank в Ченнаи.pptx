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Сеть отделений ZX Bank в Ченнаи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 Ltd. создал в Ченнаи надёжную банковскую сеть, которая обеспечивает удобный доступ к финансовым услугам во всех ключевых регионах города: в Северном, Южном, Восточном, Западном и Центральном Ченнаи. Благодаря широкому присутствию отделения ZX Bank отвечают разнообразным потребностям клиентов — частных лиц, бизнеса и пользователей цифрового банкинга — и обеспечивают бесперебойное обслуживание и поддержку по всему мегаполису. Ниже приведён полный список отделений с разбивкой по регионам: с его помощью вы легко найдёте ближайшее к вам отделение ZX Bank в Ченнаи.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Отделения в Северном Ченнаи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1000"/>
                <a:gridCol w="990600"/>
                <a:gridCol w="1181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Адрес отделения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Код IFSC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Контактный телефон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№ 25, Джавахар-Нагар, Перамбур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ZXIN0001101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044-24055700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142, MTH-роуд, Амбаттур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ZXIN0001102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044-26262282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50, GNT-роуд, Мадхаварам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ZXIN0001103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044-25901442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7, Толлгейт, Тирувоттиюр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ZXIN0001104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044-25733399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18A, R.K.-Нагар-Мейн-роуд, Вьясарпади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ZXIN0001105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044-26715610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2, Минт-стрит, Кондитоп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ZXIN0001106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044-25214074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Старый № 21, новый № 48, Эннор-Хай-роуд, Эннор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ZXIN0001107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044-25737491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63, Тондиарпет-Хай-роуд, Тондиарпет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ZXIN0001108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044-25981827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Отделения в Южном Ченнаи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6400"/>
                <a:gridCol w="977900"/>
                <a:gridCol w="1168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Адрес отделения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Код IFSC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Контактный телефон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1, Велачери-Мейн-роуд, Велачери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ZXIN0001201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044-22433889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5, GST-роуд, Тамбарам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ZXIN0001202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044-22360313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31, OMR, Шолинганаллур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ZXIN0001203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044-24506334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76, Медаваккам-Мейн-роуд, Мадипаккам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ZXIN0001204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044-22584525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14, Тируванмиюр-Мейн-роуд, Тируванмиюр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ZXIN0001205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044-24916308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89, Маунт-роуд, Гинди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ZXIN0001206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044-22342198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23, GST-роуд, Кромпет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ZXIN0001207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044-22651290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99, Ист-Кост-роуд, Ниланкарай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ZXIN0001208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044-24492241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Отделения в Восточном Ченнаи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1000"/>
                <a:gridCol w="990600"/>
                <a:gridCol w="1181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Адрес отделения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Код IFSC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Контактный телефон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212, Луз-Черч-роуд, Майлапур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ZXIN0001301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044-24994412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56, Доктор-Радхакришнан-салай, Майлапур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ZXIN0001302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044-28112588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11, Ройапетта-Хай-роуд, Ройапетта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ZXIN0001303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044-28111062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71, Чамиерс-роуд, Тейнампет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ZXIN0001304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044-24337071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205, Сантоме-Хай-роуд, Сантоме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ZXIN0001305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044-24987719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33, Безант-авеню, Адьяр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ZXIN0001306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044-24414791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85, Элдамс-роуд, Алварпет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ZXIN0001307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044-24998120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12, RK-Матт-роуд, Мандавели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ZXIN0001308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044-24938088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Отделения в Западном Ченнаи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1000"/>
                <a:gridCol w="990600"/>
                <a:gridCol w="1181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Адрес отделения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Код IFSC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Контактный телефон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385, Аркот-роуд, Вадапалани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ZXIN0001401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044-23750661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22, Коямбеду-Маркет-роуд, Коямбеду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ZXIN0001402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044-24795533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15, Мугаливаккам-Мейн-роуд, Порур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ZXIN0001403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044-24866109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170, Пунамалли-Хай-роуд, Кумананчавади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ZXIN0001404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044-26274972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14, Джавахарлал-Неру-Мейн-роуд, Анна-Нагар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ZXIN0001405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044-26210389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69, 100 Фит-роуд, Ашок-Нагар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ZXIN0001406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044-24718654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120, Аркот-роуд, Валасараваккам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ZXIN0001407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044-24865231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46, Авади-Мейн-роуд, Авади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ZXIN0001408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044-26551785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Отделения в Центральном Ченнаи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4500"/>
                <a:gridCol w="977900"/>
                <a:gridCol w="1155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Адрес отделения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Код IFSC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Контактный телефон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10, Нунгамбаккам-Хай-роуд, Нунгамбаккам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ZXIN0001501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044-28278829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40, Эгмор-Хай-роуд, Эгмор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ZXIN0001502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044-28191405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92, Маунт-роуд, Тейнампет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ZXIN0001503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044-28531754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7, Кэтидрал-роуд, Гопалапурам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ZXIN0001504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044-28114111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36, Пантеон-роуд, Эгмор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ZXIN0001505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044-28532545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123, Анна-салай, Таузенд-Лайтс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ZXIN0001506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044-28294437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21, Гримс-роуд, Таузенд-Лайтс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ZXIN0001507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044-28201907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85, Колледж-роуд, Нунгамбаккам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ZXIN0001508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044-28270146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2026-09-27T11:01:05Z</dcterms:created>
  <dcterms:modified xsi:type="dcterms:W3CDTF">2026-09-27T11:01:05Z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