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— сеть отделений в 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стремится предоставлять удобные и доступные банковские услуги по всему Дели и заботится о комфорте клиентов благодаря надёжной сети физических отделений. Отделения ZX Bank, обслуживающие динамичную столицу, стратегически распределены по Северному, Южному, Восточному, Западному и Центральному Дели. Работа каждого отделения ориентирована на клиента: здесь предоставляется полный спектр услуг розничного и корпоративного бизнеса, а также цифрового банкинга при поддержке современной инфраструктуры и преданной своему делу команды.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Северном Дели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9271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 Модел-Таун-Мейн-роуд, Модел-Таун, Дели-110009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F-53, Шастри-Нагар-Маркет, Дели-110052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A-67, Камла-Нагар, рядом со станцией метро, Дели-110007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B-2/19, Ашок-Вихар фаза 2, Дели-110052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75B, Кингсуэй-Кэмп, GTB-Нагар, Дели-110009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43/6, Пенджаби-Басти, Сабзи-Манди, Дели-110007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C-116, Пратап-Багх, Рана-Пратап-Багх, Дели-110007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88/5, Мукерджи-Нагар, Дели-110009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A-3, Вазирабад-роуд, Тимарпур, Дели-110054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17/32, Azadpur Commercial Complex, Дели-110033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Южном Дели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9271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C-14, Саут-Экстеншн-II, Дели-110049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187, Грейтер-Кайлаш часть 2, Дели-110048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G-7, Грин-Парк-Мейн, Дели-110016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29, Васант-Вихар, Басант-Лок, Дели-110057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№ 78, Малвия-Нагар-Маркет, Дели-110017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S-212, Панчшил-Парк (юг), Дели-110017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C-28, Ладжпат-Нагар 2, Дели-110024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8, Сароджини-Нагар-Маркет, Дели-110023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B-100, Калкаджи, рядом с Неру-Плейс, Дели-110019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10B/9, Сафдарджанг-Энклейв, Дели-110029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Восточном Дели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9271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D-56, Прит-Вихар, Дели-110092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Участок 35, Маюр-Вихар фаза 1, квартал 1, Дели-110091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Лакшми-Нагар-Мейн-Маркет, Дели-110092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C-21, Ананд-Вихар, Дели-110092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114, Кришна-Нагар, Дели-110051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B-33, Вивек-Вихар, Дели-110095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A-6/12, Каркардума, Дели-110092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67, Шахдара-Мейн-роуд, Дели-110032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C-101, Джхилмил-Колони, Дели-110095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76, Патпаргандж, I.P.-Экстеншн, Дели-110092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Западном Дели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9271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A-45, Раджаури-Гарден-Мейн-Маркет, Дели-110027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S-2, Janakpuri District Centre, Дели-110058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34, Пенджаби-Багх (запад), Клаб-роуд, Дели-110026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A-14, Пашчим-Вихар, Дели-110063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F-13, Кирти-Нагар, Мейн-роуд, Дели-110015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B-16, Уттам-Нагар, Дели-110059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11A, Тилак-Нагар, Дели-110018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44-A, Дварка сектор 6, Дели-110075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109, Хари-Нагар, Часовая башня, Дели-110064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J-29, Рамеш-Нагар, Дели-110015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Центральном Дели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900"/>
                <a:gridCol w="9271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78, Коннот-Плейс, Аутер-Сёркл, Дели-110001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 Баракхамба-роуд, Дели-110001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36, Карол-Багх Аджмал-Хан-роуд, Дели-110005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29, Дарья-гандж, рядом с кинотеатром Golcha, Дели-110002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Коннот-Сёркус, Дели-110001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Пахаргандж-Мейн-Базар, Дели-110055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22, центральный деловой район ITO, Дели-110002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33/3, Манди-Хаус, Коперникус-марг, Дели-110001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64, Раджендра-Плейс, блок B, Дели-110008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159, Чандни-Чоук, Дели-110006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2026-09-27T11:00:53Z</dcterms:created>
  <dcterms:modified xsi:type="dcterms:W3CDTF">2026-09-27T11:00:53Z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