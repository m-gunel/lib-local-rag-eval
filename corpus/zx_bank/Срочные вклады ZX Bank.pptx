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Срочные вклады ZX Bank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предлагает выгодные и надёжные срочные вклады (FD) для частных клиентов, бизнеса и нерезидентов (NRI) во всех странах своего присутствия. Благодаря развитым цифровым сервисам ZX Bank и надёжной сети отделений клиенты могут легко открывать срочные вклады, управлять ими и получать выплаты в конце срока.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Почему стоит выбрать срочные вклады ZX Bank?</a:t>
            </a:r>
          </a:p>
          <a:p>
            <a:pPr lvl="0"/>
            <a:r>
              <a:rPr b="1"/>
              <a:t>Конкурентные процентные ставки:</a:t>
            </a:r>
            <a:r>
              <a:rPr/>
              <a:t> получайте более высокий доход, чем по стандартным сберегательным счетам.</a:t>
            </a:r>
          </a:p>
          <a:p>
            <a:pPr lvl="0"/>
            <a:r>
              <a:rPr b="1"/>
              <a:t>Гибкие сроки:</a:t>
            </a:r>
            <a:r>
              <a:rPr/>
              <a:t> срок вклада — от 7 дней до 10 лет.</a:t>
            </a:r>
          </a:p>
          <a:p>
            <a:pPr lvl="0"/>
            <a:r>
              <a:rPr b="1"/>
              <a:t>Надёжность и безопасность:</a:t>
            </a:r>
            <a:r>
              <a:rPr/>
              <a:t> подкреплены устойчивым финансовым положением ZX Bank и соблюдением регуляторных требований.</a:t>
            </a:r>
          </a:p>
          <a:p>
            <a:pPr lvl="0"/>
            <a:r>
              <a:rPr b="1"/>
              <a:t>Кредит под залог вклада:</a:t>
            </a:r>
            <a:r>
              <a:rPr/>
              <a:t> оформите мгновенный овердрафт или кредит на сумму до 90% от суммы вклада.</a:t>
            </a:r>
          </a:p>
          <a:p>
            <a:pPr lvl="0"/>
            <a:r>
              <a:rPr b="1"/>
              <a:t>Досрочное снятие:</a:t>
            </a:r>
            <a:r>
              <a:rPr/>
              <a:t> такая возможность есть (может взиматься комиссия за досрочное расторжение).</a:t>
            </a:r>
          </a:p>
          <a:p>
            <a:pPr lvl="0"/>
            <a:r>
              <a:rPr b="1"/>
              <a:t>Дистанционное открытие:</a:t>
            </a:r>
            <a:r>
              <a:rPr/>
              <a:t> открывайте, продлевайте и закрывайте вклады мгновенно в мобильном приложении ZX Bank Asia или интернет-банке.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Особенности и преимущества</a:t>
            </a:r>
          </a:p>
          <a:p>
            <a:pPr lvl="0"/>
            <a:r>
              <a:rPr/>
              <a:t>Минимальная сумма вклада: ₹5,000 (Индия), LKR 10,000 (Шри-Ланка), BDT 10,000 (Бангладеш), BTN 1,000 (Бутан), NPR 1,500 (Непал)</a:t>
            </a:r>
          </a:p>
          <a:p>
            <a:pPr lvl="0"/>
            <a:r>
              <a:rPr/>
              <a:t>Выплата процентов: ежемесячно, ежеквартально или в конце срока — на ваш выбор</a:t>
            </a:r>
          </a:p>
          <a:p>
            <a:pPr lvl="0"/>
            <a:r>
              <a:rPr/>
              <a:t>Специальные программы: повышенная ставка для пенсионеров, налогосберегающие вклады, варианты пополняемого вклада</a:t>
            </a:r>
          </a:p>
          <a:p>
            <a:pPr lvl="0"/>
            <a:r>
              <a:rPr/>
              <a:t>Совместные вклады: возможность совместного владения и назначения выгодоприобретателя</a:t>
            </a:r>
          </a:p>
          <a:p>
            <a:pPr lvl="0"/>
            <a:r>
              <a:rPr/>
              <a:t>Автопролонгация: доступно продление вклада без лишних хлопот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Где доступно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/>
                <a:gridCol w="1079500"/>
                <a:gridCol w="1231900"/>
                <a:gridCol w="1778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Страна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Валюта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Открытие в отделении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Открытие онлайн/дистанционно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Индия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Шри-Ланка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LKR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Бангладеш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BDT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Бутан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Непал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Как оформить</a:t>
            </a:r>
          </a:p>
          <a:p>
            <a:pPr lvl="0" indent="-342900" marL="342900">
              <a:buAutoNum type="arabicPeriod"/>
            </a:pPr>
            <a:r>
              <a:rPr b="1"/>
              <a:t>Через мобильное приложение:</a:t>
            </a:r>
          </a:p>
          <a:p>
            <a:pPr lvl="1"/>
            <a:r>
              <a:rPr/>
              <a:t>Скачайте приложение ZX Bank Asia (Android/iOS)</a:t>
            </a:r>
          </a:p>
          <a:p>
            <a:pPr lvl="1"/>
            <a:r>
              <a:rPr/>
              <a:t>Зарегистрируйтесь/войдите и выберите «Срочный вклад»</a:t>
            </a:r>
          </a:p>
          <a:p>
            <a:pPr lvl="1"/>
            <a:r>
              <a:rPr/>
              <a:t>Укажите сумму, срок и выгодоприобретателя</a:t>
            </a:r>
          </a:p>
          <a:p>
            <a:pPr lvl="1"/>
            <a:r>
              <a:rPr/>
              <a:t>Подтвердите с помощью одноразового пароля (OTP)/биометрической аутентификации</a:t>
            </a:r>
          </a:p>
          <a:p>
            <a:pPr lvl="0" indent="-342900" marL="342900">
              <a:buAutoNum type="arabicPeriod"/>
            </a:pPr>
            <a:r>
              <a:rPr b="1"/>
              <a:t>Через интернет-банк:</a:t>
            </a:r>
          </a:p>
          <a:p>
            <a:pPr lvl="1"/>
            <a:r>
              <a:rPr/>
              <a:t>Войдите на www.zxbank.asia</a:t>
            </a:r>
          </a:p>
          <a:p>
            <a:pPr lvl="1"/>
            <a:r>
              <a:rPr/>
              <a:t>Перейдите в раздел «Вклады» → «Открыть срочный вклад»</a:t>
            </a:r>
          </a:p>
          <a:p>
            <a:pPr lvl="1"/>
            <a:r>
              <a:rPr/>
              <a:t>Заполните необходимые данные и подтвердите</a:t>
            </a:r>
          </a:p>
          <a:p>
            <a:pPr lvl="0" indent="-342900" marL="342900">
              <a:buAutoNum type="arabicPeriod"/>
            </a:pPr>
            <a:r>
              <a:rPr b="1"/>
              <a:t>В отделении:</a:t>
            </a:r>
          </a:p>
          <a:p>
            <a:pPr lvl="1"/>
            <a:r>
              <a:rPr/>
              <a:t>Посетите ближайшее отделение ZX Bank с документами для идентификации (KYC)</a:t>
            </a:r>
          </a:p>
          <a:p>
            <a:pPr lvl="1"/>
            <a:r>
              <a:rPr/>
              <a:t>Заполните заявление на открытие срочного вклада и внесите сумму вклада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Примеры процентных ставок* (для иллюстрации)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Срок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Базовая 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Ставка для пенсионеров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дней - 45 дней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 дней–180 дней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4.75%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181 день–1 год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5.75%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6.25%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год–3 года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6.20%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года–5 лет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6.30%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6.80%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*Ставки могут меняться. Актуальные ставки в вашем регионе уточняйте на </a:t>
            </a:r>
            <a:r>
              <a:rPr sz="2000">
                <a:hlinkClick r:id="rId2"/>
              </a:rPr>
              <a:t>сайте ZX Bank</a:t>
            </a:r>
            <a:r>
              <a:rPr sz="2000"/>
              <a:t> или в отделении.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Инициативы в области ESG и КСО</a:t>
            </a:r>
          </a:p>
          <a:p>
            <a:pPr lvl="0" indent="0" marL="0">
              <a:buNone/>
            </a:pPr>
            <a:r>
              <a:rPr/>
              <a:t>Часть ваших вкладов направляется на проекты зелёного финансирования, например гидроэнергетику в Бутане и солнечную энергетику в Непале, — так ваши сбережения помогают строить устойчивое будущее.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Нужна помощь?</a:t>
            </a:r>
          </a:p>
          <a:p>
            <a:pPr lvl="0" indent="0" marL="0">
              <a:buNone/>
            </a:pPr>
            <a:r>
              <a:rPr/>
              <a:t>Обратитесь к «Zia», вашему финансовому ИИ-ассистенту 24x7 в приложении ZX Bank Asia, или посетите любое отделение, где вам подберут индивидуальные условия срочного вклада.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Приумножайте сбережения надёжно со срочными вкладами ZX Bank!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Откройте срочный вклад прямо сейчас на www.zxbank.asia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2026-09-27T11:01:25Z</dcterms:created>
  <dcterms:modified xsi:type="dcterms:W3CDTF">2026-09-27T11:01:25Z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