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app" TargetMode="External" /><Relationship Id="rId3" Type="http://schemas.openxmlformats.org/officeDocument/2006/relationships/hyperlink" Target="https://www.zxbank.asia/netbanking" TargetMode="External" /><Relationship Id="rId4" Type="http://schemas.openxmlformats.org/officeDocument/2006/relationships/hyperlink" Target="https://www.zxbank.asia/branches" TargetMode="Externa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ontact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car-loan" TargetMode="Externa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Автокредит ZX Bank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Купите автомобиль мечты с простым и доступным автокредитом ZX Bank!</a:t>
            </a:r>
            <a:br/>
            <a:r>
              <a:rPr/>
              <a:t>Покупаете ли вы новый или подержанный автомобиль, с гибкими автокредитами ZX Bank сесть за руль просто: конкурентные ставки, быстрое одобрение и оформление документов без лишних хлопот.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Особенности и преимущества</a:t>
            </a:r>
          </a:p>
          <a:p>
            <a:pPr lvl="0"/>
            <a:r>
              <a:rPr b="1"/>
              <a:t>Сумма кредита:</a:t>
            </a:r>
            <a:r>
              <a:rPr/>
              <a:t> до ₹80 лакхов (Индия); эквивалентные суммы в других регионах</a:t>
            </a:r>
          </a:p>
          <a:p>
            <a:pPr lvl="0"/>
            <a:r>
              <a:rPr b="1"/>
              <a:t>Срок:</a:t>
            </a:r>
            <a:r>
              <a:rPr/>
              <a:t> от 12 до 84 месяцев</a:t>
            </a:r>
          </a:p>
          <a:p>
            <a:pPr lvl="0"/>
            <a:r>
              <a:rPr b="1"/>
              <a:t>Выгодные процентные ставки:</a:t>
            </a:r>
            <a:r>
              <a:rPr/>
              <a:t> от 8.25% годовых*</a:t>
            </a:r>
          </a:p>
          <a:p>
            <a:pPr lvl="0"/>
            <a:r>
              <a:rPr b="1"/>
              <a:t>Быстрая выдача кредита:</a:t>
            </a:r>
            <a:r>
              <a:rPr/>
              <a:t> получите средства в течение 48 часов после одобрения</a:t>
            </a:r>
          </a:p>
          <a:p>
            <a:pPr lvl="0"/>
            <a:r>
              <a:rPr b="1"/>
              <a:t>Гибкое погашение:</a:t>
            </a:r>
            <a:r>
              <a:rPr/>
              <a:t> варианты ежемесячных платежей (EMI) с учётом вашего бюджета</a:t>
            </a:r>
          </a:p>
          <a:p>
            <a:pPr lvl="0"/>
            <a:r>
              <a:rPr b="1"/>
              <a:t>Все типы автомобилей:</a:t>
            </a:r>
            <a:r>
              <a:rPr/>
              <a:t> кредит доступен на новые автомобили и автомобили с пробегом, а также на электромобили</a:t>
            </a:r>
          </a:p>
          <a:p>
            <a:pPr lvl="0"/>
            <a:r>
              <a:rPr b="1"/>
              <a:t>Без скрытых комиссий:</a:t>
            </a:r>
            <a:r>
              <a:rPr/>
              <a:t> прозрачная комиссия за оформление кредита и условия полного досрочного погашения</a:t>
            </a:r>
          </a:p>
          <a:p>
            <a:pPr lvl="0"/>
            <a:r>
              <a:rPr b="1"/>
              <a:t>Предварительно одобренные предложения:</a:t>
            </a:r>
            <a:r>
              <a:rPr/>
              <a:t> для отдельных клиентов ZX Bank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Требования к заявителю</a:t>
            </a:r>
          </a:p>
          <a:p>
            <a:pPr lvl="0"/>
            <a:r>
              <a:rPr b="1"/>
              <a:t>Работающие по найму:</a:t>
            </a:r>
            <a:r>
              <a:rPr/>
              <a:t> возраст 21–60 лет | минимальный ежемесячный доход: ₹20,000 (зависит от региона)</a:t>
            </a:r>
          </a:p>
          <a:p>
            <a:pPr lvl="0"/>
            <a:r>
              <a:rPr b="1"/>
              <a:t>Самозанятые/лица свободных профессий:</a:t>
            </a:r>
            <a:r>
              <a:rPr/>
              <a:t> возраст 21–65 лет | минимальный срок ведения бизнеса: 2 года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Необходимые документы</a:t>
            </a:r>
          </a:p>
          <a:p>
            <a:pPr lvl="0"/>
            <a:r>
              <a:rPr b="1"/>
              <a:t>Документы для идентификации (KYC):</a:t>
            </a:r>
            <a:r>
              <a:rPr/>
              <a:t> Aadhaar/паспорт/водительское удостоверение, PAN, фотография</a:t>
            </a:r>
          </a:p>
          <a:p>
            <a:pPr lvl="0"/>
            <a:r>
              <a:rPr b="1"/>
              <a:t>Подтверждение дохода:</a:t>
            </a:r>
            <a:r>
              <a:rPr/>
              <a:t> расчётные листки/налоговые декларации (ITR)/банковские выписки (за последние 6 месяцев)</a:t>
            </a:r>
          </a:p>
          <a:p>
            <a:pPr lvl="0"/>
            <a:r>
              <a:rPr b="1"/>
              <a:t>Подтверждение трудоустройства/бизнеса:</a:t>
            </a:r>
            <a:r>
              <a:rPr/>
              <a:t> письмо с предложением о работе/документы о регистрации бизнеса</a:t>
            </a:r>
          </a:p>
          <a:p>
            <a:pPr lvl="0"/>
            <a:r>
              <a:rPr b="1"/>
              <a:t>Коммерческое предложение/счёт на автомобиль</a:t>
            </a:r>
          </a:p>
          <a:p>
            <a:pPr lvl="0" indent="0" marL="0">
              <a:buNone/>
            </a:pPr>
            <a:r>
              <a:rPr i="1"/>
              <a:t>Все документы можно загрузить онлайн через приложение ZX Bank Asia/интернет-банк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Как оформить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Онлайн (рекомендуется)</a:t>
            </a:r>
          </a:p>
          <a:p>
            <a:pPr lvl="0" indent="-342900" marL="342900">
              <a:buAutoNum type="arabicPeriod"/>
            </a:pPr>
            <a:r>
              <a:rPr b="1"/>
              <a:t>Скачайте</a:t>
            </a:r>
            <a:r>
              <a:rPr/>
              <a:t> </a:t>
            </a:r>
            <a:r>
              <a:rPr>
                <a:hlinkClick r:id="rId2"/>
              </a:rPr>
              <a:t>приложение ZX Bank Asia</a:t>
            </a:r>
            <a:r>
              <a:rPr/>
              <a:t> или войдите в </a:t>
            </a:r>
            <a:r>
              <a:rPr>
                <a:hlinkClick r:id="rId3"/>
              </a:rPr>
              <a:t>интернет-банк ZX</a:t>
            </a:r>
          </a:p>
          <a:p>
            <a:pPr lvl="0" indent="-342900" marL="342900">
              <a:buAutoNum type="arabicPeriod"/>
            </a:pPr>
            <a:r>
              <a:rPr/>
              <a:t>Перейдите в раздел </a:t>
            </a:r>
            <a:r>
              <a:rPr b="1"/>
              <a:t>«Кредиты» → «Автокредит»</a:t>
            </a:r>
          </a:p>
          <a:p>
            <a:pPr lvl="0" indent="-342900" marL="342900">
              <a:buAutoNum type="arabicPeriod"/>
            </a:pPr>
            <a:r>
              <a:rPr b="1"/>
              <a:t>Заполните заявку</a:t>
            </a:r>
            <a:r>
              <a:rPr/>
              <a:t>, указав личные данные и сведения об автомобиле</a:t>
            </a:r>
          </a:p>
          <a:p>
            <a:pPr lvl="0" indent="-342900" marL="342900">
              <a:buAutoNum type="arabicPeriod"/>
            </a:pPr>
            <a:r>
              <a:rPr b="1"/>
              <a:t>Загрузите документы</a:t>
            </a:r>
            <a:r>
              <a:rPr/>
              <a:t>: пройдите e-KYC (Aadhaar/паспорт), приложите расчётные листки и т. д.</a:t>
            </a:r>
          </a:p>
          <a:p>
            <a:pPr lvl="0" indent="-342900" marL="342900">
              <a:buAutoNum type="arabicPeriod"/>
            </a:pPr>
            <a:r>
              <a:rPr b="1"/>
              <a:t>Мгновенно проверьте соответствие требованиям</a:t>
            </a:r>
            <a:r>
              <a:rPr/>
              <a:t> и доступные предложения</a:t>
            </a:r>
          </a:p>
          <a:p>
            <a:pPr lvl="0" indent="-342900" marL="342900">
              <a:buAutoNum type="arabicPeriod"/>
            </a:pPr>
            <a:r>
              <a:rPr b="1"/>
              <a:t>Отправьте заявку</a:t>
            </a:r>
            <a:r>
              <a:rPr/>
              <a:t> на быстрое рассмотрение и получайте уведомления о ходе одобрения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Офлайн / в отделении</a:t>
            </a:r>
          </a:p>
          <a:p>
            <a:pPr lvl="0" indent="-342900" marL="342900">
              <a:buAutoNum type="arabicPeriod"/>
            </a:pPr>
            <a:r>
              <a:rPr/>
              <a:t>Посетите ближайшее </a:t>
            </a:r>
            <a:r>
              <a:rPr>
                <a:hlinkClick r:id="rId4"/>
              </a:rPr>
              <a:t>отделение ZX Bank</a:t>
            </a:r>
          </a:p>
          <a:p>
            <a:pPr lvl="0" indent="-342900" marL="342900">
              <a:buAutoNum type="arabicPeriod"/>
            </a:pPr>
            <a:r>
              <a:rPr/>
              <a:t>Встретьтесь с персональным менеджером, чтобы получить индивидуальную консультацию</a:t>
            </a:r>
          </a:p>
          <a:p>
            <a:pPr lvl="0" indent="-342900" marL="342900">
              <a:buAutoNum type="arabicPeriod"/>
            </a:pPr>
            <a:r>
              <a:rPr/>
              <a:t>Подайте заполненную заявку на автокредит и документы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Отслеживание заявки</a:t>
            </a:r>
          </a:p>
          <a:p>
            <a:pPr lvl="0"/>
            <a:r>
              <a:rPr b="1"/>
              <a:t>В приложении/онлайн:</a:t>
            </a:r>
            <a:r>
              <a:rPr/>
              <a:t> перейдите в раздел «Отслеживание заявок» в приложении ZX Bank Asia/интернет-банке</a:t>
            </a:r>
          </a:p>
          <a:p>
            <a:pPr lvl="0"/>
            <a:r>
              <a:rPr b="1"/>
              <a:t>Чат:</a:t>
            </a:r>
            <a:r>
              <a:rPr/>
              <a:t> воспользуйтесь «Zia», нашим ИИ-ассистентом, чтобы узнать статус кредита в режиме реального времени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Нужна помощь?</a:t>
            </a:r>
          </a:p>
          <a:p>
            <a:pPr lvl="0"/>
            <a:r>
              <a:rPr/>
              <a:t>Позвоните по номеру 1800-123-4567 (Индия) / посетите </a:t>
            </a:r>
            <a:r>
              <a:rPr>
                <a:hlinkClick r:id="rId2"/>
              </a:rPr>
              <a:t>страницу контактов</a:t>
            </a:r>
          </a:p>
          <a:p>
            <a:pPr lvl="0"/>
            <a:r>
              <a:rPr/>
              <a:t>Напишите Zia в приложении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i="1"/>
              <a:t>Ставки и требования к заявителю носят ориентировочный характер и могут различаться в зависимости от региона и профиля заявителя.</a:t>
            </a:r>
            <a:br/>
            <a:r>
              <a:rPr i="1"/>
              <a:t>С подробными условиями можно ознакомиться на странице </a:t>
            </a:r>
            <a:r>
              <a:rPr i="1">
                <a:hlinkClick r:id="rId2"/>
              </a:rPr>
              <a:t>Автокредит ZX Bank</a:t>
            </a:r>
            <a:r>
              <a:rPr i="1"/>
              <a:t>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2026-09-27T11:01:23Z</dcterms:created>
  <dcterms:modified xsi:type="dcterms:W3CDTF">2026-09-27T11:01:23Z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